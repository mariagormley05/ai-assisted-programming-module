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409" r:id="rId2"/>
    <p:sldId id="381" r:id="rId3"/>
    <p:sldId id="300" r:id="rId4"/>
    <p:sldId id="410" r:id="rId5"/>
    <p:sldId id="394" r:id="rId6"/>
    <p:sldId id="357" r:id="rId7"/>
    <p:sldId id="411" r:id="rId8"/>
    <p:sldId id="363" r:id="rId9"/>
    <p:sldId id="412" r:id="rId10"/>
    <p:sldId id="305" r:id="rId11"/>
    <p:sldId id="338" r:id="rId12"/>
    <p:sldId id="413" r:id="rId13"/>
    <p:sldId id="370" r:id="rId14"/>
    <p:sldId id="371" r:id="rId15"/>
    <p:sldId id="314" r:id="rId16"/>
    <p:sldId id="395" r:id="rId17"/>
    <p:sldId id="414" r:id="rId18"/>
    <p:sldId id="415" r:id="rId19"/>
    <p:sldId id="416" r:id="rId20"/>
    <p:sldId id="417" r:id="rId21"/>
    <p:sldId id="318" r:id="rId22"/>
    <p:sldId id="418" r:id="rId23"/>
    <p:sldId id="419" r:id="rId24"/>
    <p:sldId id="420" r:id="rId25"/>
    <p:sldId id="421" r:id="rId26"/>
    <p:sldId id="439" r:id="rId27"/>
    <p:sldId id="408" r:id="rId28"/>
    <p:sldId id="425" r:id="rId29"/>
    <p:sldId id="379" r:id="rId30"/>
    <p:sldId id="426" r:id="rId31"/>
    <p:sldId id="427" r:id="rId32"/>
    <p:sldId id="323" r:id="rId33"/>
    <p:sldId id="428" r:id="rId34"/>
    <p:sldId id="429" r:id="rId35"/>
    <p:sldId id="398" r:id="rId36"/>
    <p:sldId id="285" r:id="rId37"/>
    <p:sldId id="431" r:id="rId38"/>
    <p:sldId id="325" r:id="rId39"/>
    <p:sldId id="432" r:id="rId40"/>
    <p:sldId id="433" r:id="rId41"/>
    <p:sldId id="399" r:id="rId42"/>
    <p:sldId id="328" r:id="rId43"/>
    <p:sldId id="329" r:id="rId44"/>
    <p:sldId id="434" r:id="rId45"/>
    <p:sldId id="293" r:id="rId46"/>
    <p:sldId id="435" r:id="rId47"/>
    <p:sldId id="436" r:id="rId48"/>
    <p:sldId id="347" r:id="rId49"/>
    <p:sldId id="437" r:id="rId50"/>
    <p:sldId id="400" r:id="rId51"/>
    <p:sldId id="356" r:id="rId52"/>
    <p:sldId id="360" r:id="rId53"/>
    <p:sldId id="438"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4F6276F-F086-480D-883F-7D83E40C8DDF}" v="1" dt="2026-09-27T20:47:43.6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034" autoAdjust="0"/>
  </p:normalViewPr>
  <p:slideViewPr>
    <p:cSldViewPr snapToGrid="0">
      <p:cViewPr varScale="1">
        <p:scale>
          <a:sx n="79" d="100"/>
          <a:sy n="79" d="100"/>
        </p:scale>
        <p:origin x="39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6/11/relationships/changesInfo" Target="changesInfos/changesInfo1.xml"/><Relationship Id="rId6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niel Cregg" userId="a4417ebc-d1f9-4266-8a6c-2c7f21bbea7f" providerId="ADAL" clId="{B41FF6A5-8EE3-453F-9467-07EDEFDD4E20}"/>
    <pc:docChg chg="custSel addSld delSld modSld sldOrd">
      <pc:chgData name="Daniel Cregg" userId="a4417ebc-d1f9-4266-8a6c-2c7f21bbea7f" providerId="ADAL" clId="{B41FF6A5-8EE3-453F-9467-07EDEFDD4E20}" dt="2026-09-27T22:29:36.128" v="408"/>
      <pc:docMkLst>
        <pc:docMk/>
      </pc:docMkLst>
      <pc:sldChg chg="del">
        <pc:chgData name="Daniel Cregg" userId="a4417ebc-d1f9-4266-8a6c-2c7f21bbea7f" providerId="ADAL" clId="{B41FF6A5-8EE3-453F-9467-07EDEFDD4E20}" dt="2026-09-27T21:13:40.978" v="123"/>
        <pc:sldMkLst>
          <pc:docMk/>
          <pc:sldMk cId="0" sldId="256"/>
        </pc:sldMkLst>
      </pc:sldChg>
      <pc:sldChg chg="modSp del mod ord">
        <pc:chgData name="Daniel Cregg" userId="a4417ebc-d1f9-4266-8a6c-2c7f21bbea7f" providerId="ADAL" clId="{B41FF6A5-8EE3-453F-9467-07EDEFDD4E20}" dt="2026-09-27T22:15:16.415" v="248"/>
        <pc:sldMkLst>
          <pc:docMk/>
          <pc:sldMk cId="0" sldId="257"/>
        </pc:sldMkLst>
        <pc:spChg chg="mod">
          <ac:chgData name="Daniel Cregg" userId="a4417ebc-d1f9-4266-8a6c-2c7f21bbea7f" providerId="ADAL" clId="{B41FF6A5-8EE3-453F-9467-07EDEFDD4E20}" dt="2026-09-27T20:47:43.814" v="19" actId="27636"/>
          <ac:spMkLst>
            <pc:docMk/>
            <pc:sldMk cId="0" sldId="257"/>
            <ac:spMk id="3" creationId="{00000000-0000-0000-0000-000000000000}"/>
          </ac:spMkLst>
        </pc:spChg>
      </pc:sldChg>
      <pc:sldChg chg="modSp del mod">
        <pc:chgData name="Daniel Cregg" userId="a4417ebc-d1f9-4266-8a6c-2c7f21bbea7f" providerId="ADAL" clId="{B41FF6A5-8EE3-453F-9467-07EDEFDD4E20}" dt="2026-09-27T20:50:37.257" v="21"/>
        <pc:sldMkLst>
          <pc:docMk/>
          <pc:sldMk cId="0" sldId="258"/>
        </pc:sldMkLst>
        <pc:spChg chg="mod">
          <ac:chgData name="Daniel Cregg" userId="a4417ebc-d1f9-4266-8a6c-2c7f21bbea7f" providerId="ADAL" clId="{B41FF6A5-8EE3-453F-9467-07EDEFDD4E20}" dt="2026-09-27T20:47:43.609" v="0" actId="27636"/>
          <ac:spMkLst>
            <pc:docMk/>
            <pc:sldMk cId="0" sldId="258"/>
            <ac:spMk id="3" creationId="{00000000-0000-0000-0000-000000000000}"/>
          </ac:spMkLst>
        </pc:spChg>
      </pc:sldChg>
      <pc:sldChg chg="del">
        <pc:chgData name="Daniel Cregg" userId="a4417ebc-d1f9-4266-8a6c-2c7f21bbea7f" providerId="ADAL" clId="{B41FF6A5-8EE3-453F-9467-07EDEFDD4E20}" dt="2026-09-27T21:04:32.541" v="27"/>
        <pc:sldMkLst>
          <pc:docMk/>
          <pc:sldMk cId="0" sldId="259"/>
        </pc:sldMkLst>
      </pc:sldChg>
      <pc:sldChg chg="modSp del mod">
        <pc:chgData name="Daniel Cregg" userId="a4417ebc-d1f9-4266-8a6c-2c7f21bbea7f" providerId="ADAL" clId="{B41FF6A5-8EE3-453F-9467-07EDEFDD4E20}" dt="2026-09-27T21:04:42.677" v="29"/>
        <pc:sldMkLst>
          <pc:docMk/>
          <pc:sldMk cId="0" sldId="260"/>
        </pc:sldMkLst>
        <pc:spChg chg="mod">
          <ac:chgData name="Daniel Cregg" userId="a4417ebc-d1f9-4266-8a6c-2c7f21bbea7f" providerId="ADAL" clId="{B41FF6A5-8EE3-453F-9467-07EDEFDD4E20}" dt="2026-09-27T20:47:43.644" v="1" actId="27636"/>
          <ac:spMkLst>
            <pc:docMk/>
            <pc:sldMk cId="0" sldId="260"/>
            <ac:spMk id="3" creationId="{00000000-0000-0000-0000-000000000000}"/>
          </ac:spMkLst>
        </pc:spChg>
        <pc:spChg chg="mod">
          <ac:chgData name="Daniel Cregg" userId="a4417ebc-d1f9-4266-8a6c-2c7f21bbea7f" providerId="ADAL" clId="{B41FF6A5-8EE3-453F-9467-07EDEFDD4E20}" dt="2026-09-27T20:47:43.644" v="2" actId="27636"/>
          <ac:spMkLst>
            <pc:docMk/>
            <pc:sldMk cId="0" sldId="260"/>
            <ac:spMk id="5" creationId="{00000000-0000-0000-0000-000000000000}"/>
          </ac:spMkLst>
        </pc:spChg>
      </pc:sldChg>
      <pc:sldChg chg="del">
        <pc:chgData name="Daniel Cregg" userId="a4417ebc-d1f9-4266-8a6c-2c7f21bbea7f" providerId="ADAL" clId="{B41FF6A5-8EE3-453F-9467-07EDEFDD4E20}" dt="2026-09-27T20:57:04.281" v="24"/>
        <pc:sldMkLst>
          <pc:docMk/>
          <pc:sldMk cId="0" sldId="261"/>
        </pc:sldMkLst>
      </pc:sldChg>
      <pc:sldChg chg="del">
        <pc:chgData name="Daniel Cregg" userId="a4417ebc-d1f9-4266-8a6c-2c7f21bbea7f" providerId="ADAL" clId="{B41FF6A5-8EE3-453F-9467-07EDEFDD4E20}" dt="2026-09-27T21:04:49.910" v="32"/>
        <pc:sldMkLst>
          <pc:docMk/>
          <pc:sldMk cId="0" sldId="262"/>
        </pc:sldMkLst>
      </pc:sldChg>
      <pc:sldChg chg="del">
        <pc:chgData name="Daniel Cregg" userId="a4417ebc-d1f9-4266-8a6c-2c7f21bbea7f" providerId="ADAL" clId="{B41FF6A5-8EE3-453F-9467-07EDEFDD4E20}" dt="2026-09-27T21:05:06.326" v="35"/>
        <pc:sldMkLst>
          <pc:docMk/>
          <pc:sldMk cId="0" sldId="263"/>
        </pc:sldMkLst>
      </pc:sldChg>
      <pc:sldChg chg="modSp del mod">
        <pc:chgData name="Daniel Cregg" userId="a4417ebc-d1f9-4266-8a6c-2c7f21bbea7f" providerId="ADAL" clId="{B41FF6A5-8EE3-453F-9467-07EDEFDD4E20}" dt="2026-09-27T21:05:12.561" v="37"/>
        <pc:sldMkLst>
          <pc:docMk/>
          <pc:sldMk cId="0" sldId="264"/>
        </pc:sldMkLst>
        <pc:spChg chg="mod">
          <ac:chgData name="Daniel Cregg" userId="a4417ebc-d1f9-4266-8a6c-2c7f21bbea7f" providerId="ADAL" clId="{B41FF6A5-8EE3-453F-9467-07EDEFDD4E20}" dt="2026-09-27T20:47:43.661" v="3" actId="27636"/>
          <ac:spMkLst>
            <pc:docMk/>
            <pc:sldMk cId="0" sldId="264"/>
            <ac:spMk id="3" creationId="{00000000-0000-0000-0000-000000000000}"/>
          </ac:spMkLst>
        </pc:spChg>
      </pc:sldChg>
      <pc:sldChg chg="modSp del mod">
        <pc:chgData name="Daniel Cregg" userId="a4417ebc-d1f9-4266-8a6c-2c7f21bbea7f" providerId="ADAL" clId="{B41FF6A5-8EE3-453F-9467-07EDEFDD4E20}" dt="2026-09-27T21:05:31.574" v="42"/>
        <pc:sldMkLst>
          <pc:docMk/>
          <pc:sldMk cId="0" sldId="265"/>
        </pc:sldMkLst>
        <pc:spChg chg="mod">
          <ac:chgData name="Daniel Cregg" userId="a4417ebc-d1f9-4266-8a6c-2c7f21bbea7f" providerId="ADAL" clId="{B41FF6A5-8EE3-453F-9467-07EDEFDD4E20}" dt="2026-09-27T20:47:43.663" v="4" actId="27636"/>
          <ac:spMkLst>
            <pc:docMk/>
            <pc:sldMk cId="0" sldId="265"/>
            <ac:spMk id="7" creationId="{00000000-0000-0000-0000-000000000000}"/>
          </ac:spMkLst>
        </pc:spChg>
      </pc:sldChg>
      <pc:sldChg chg="modSp del mod">
        <pc:chgData name="Daniel Cregg" userId="a4417ebc-d1f9-4266-8a6c-2c7f21bbea7f" providerId="ADAL" clId="{B41FF6A5-8EE3-453F-9467-07EDEFDD4E20}" dt="2026-09-27T21:44:25.492" v="197"/>
        <pc:sldMkLst>
          <pc:docMk/>
          <pc:sldMk cId="0" sldId="266"/>
        </pc:sldMkLst>
        <pc:spChg chg="mod">
          <ac:chgData name="Daniel Cregg" userId="a4417ebc-d1f9-4266-8a6c-2c7f21bbea7f" providerId="ADAL" clId="{B41FF6A5-8EE3-453F-9467-07EDEFDD4E20}" dt="2026-09-27T20:47:43.674" v="5" actId="27636"/>
          <ac:spMkLst>
            <pc:docMk/>
            <pc:sldMk cId="0" sldId="266"/>
            <ac:spMk id="3" creationId="{00000000-0000-0000-0000-000000000000}"/>
          </ac:spMkLst>
        </pc:spChg>
      </pc:sldChg>
      <pc:sldChg chg="modSp del mod">
        <pc:chgData name="Daniel Cregg" userId="a4417ebc-d1f9-4266-8a6c-2c7f21bbea7f" providerId="ADAL" clId="{B41FF6A5-8EE3-453F-9467-07EDEFDD4E20}" dt="2026-09-27T21:05:37.543" v="44"/>
        <pc:sldMkLst>
          <pc:docMk/>
          <pc:sldMk cId="0" sldId="267"/>
        </pc:sldMkLst>
        <pc:spChg chg="mod">
          <ac:chgData name="Daniel Cregg" userId="a4417ebc-d1f9-4266-8a6c-2c7f21bbea7f" providerId="ADAL" clId="{B41FF6A5-8EE3-453F-9467-07EDEFDD4E20}" dt="2026-09-27T20:47:43.683" v="6" actId="27636"/>
          <ac:spMkLst>
            <pc:docMk/>
            <pc:sldMk cId="0" sldId="267"/>
            <ac:spMk id="3" creationId="{00000000-0000-0000-0000-000000000000}"/>
          </ac:spMkLst>
        </pc:spChg>
      </pc:sldChg>
      <pc:sldChg chg="del">
        <pc:chgData name="Daniel Cregg" userId="a4417ebc-d1f9-4266-8a6c-2c7f21bbea7f" providerId="ADAL" clId="{B41FF6A5-8EE3-453F-9467-07EDEFDD4E20}" dt="2026-09-27T21:05:44.545" v="46"/>
        <pc:sldMkLst>
          <pc:docMk/>
          <pc:sldMk cId="0" sldId="268"/>
        </pc:sldMkLst>
      </pc:sldChg>
      <pc:sldChg chg="del">
        <pc:chgData name="Daniel Cregg" userId="a4417ebc-d1f9-4266-8a6c-2c7f21bbea7f" providerId="ADAL" clId="{B41FF6A5-8EE3-453F-9467-07EDEFDD4E20}" dt="2026-09-27T21:05:50.087" v="48"/>
        <pc:sldMkLst>
          <pc:docMk/>
          <pc:sldMk cId="0" sldId="269"/>
        </pc:sldMkLst>
      </pc:sldChg>
      <pc:sldChg chg="modSp del mod">
        <pc:chgData name="Daniel Cregg" userId="a4417ebc-d1f9-4266-8a6c-2c7f21bbea7f" providerId="ADAL" clId="{B41FF6A5-8EE3-453F-9467-07EDEFDD4E20}" dt="2026-09-27T21:05:56.343" v="50"/>
        <pc:sldMkLst>
          <pc:docMk/>
          <pc:sldMk cId="0" sldId="270"/>
        </pc:sldMkLst>
        <pc:spChg chg="mod">
          <ac:chgData name="Daniel Cregg" userId="a4417ebc-d1f9-4266-8a6c-2c7f21bbea7f" providerId="ADAL" clId="{B41FF6A5-8EE3-453F-9467-07EDEFDD4E20}" dt="2026-09-27T20:47:43.697" v="7" actId="27636"/>
          <ac:spMkLst>
            <pc:docMk/>
            <pc:sldMk cId="0" sldId="270"/>
            <ac:spMk id="3" creationId="{00000000-0000-0000-0000-000000000000}"/>
          </ac:spMkLst>
        </pc:spChg>
      </pc:sldChg>
      <pc:sldChg chg="del">
        <pc:chgData name="Daniel Cregg" userId="a4417ebc-d1f9-4266-8a6c-2c7f21bbea7f" providerId="ADAL" clId="{B41FF6A5-8EE3-453F-9467-07EDEFDD4E20}" dt="2026-09-27T21:06:02.195" v="52"/>
        <pc:sldMkLst>
          <pc:docMk/>
          <pc:sldMk cId="0" sldId="271"/>
        </pc:sldMkLst>
      </pc:sldChg>
      <pc:sldChg chg="del">
        <pc:chgData name="Daniel Cregg" userId="a4417ebc-d1f9-4266-8a6c-2c7f21bbea7f" providerId="ADAL" clId="{B41FF6A5-8EE3-453F-9467-07EDEFDD4E20}" dt="2026-09-27T22:28:44.827" v="352"/>
        <pc:sldMkLst>
          <pc:docMk/>
          <pc:sldMk cId="0" sldId="272"/>
        </pc:sldMkLst>
      </pc:sldChg>
      <pc:sldChg chg="del">
        <pc:chgData name="Daniel Cregg" userId="a4417ebc-d1f9-4266-8a6c-2c7f21bbea7f" providerId="ADAL" clId="{B41FF6A5-8EE3-453F-9467-07EDEFDD4E20}" dt="2026-09-27T21:07:06.741" v="63"/>
        <pc:sldMkLst>
          <pc:docMk/>
          <pc:sldMk cId="0" sldId="273"/>
        </pc:sldMkLst>
      </pc:sldChg>
      <pc:sldChg chg="modSp del mod">
        <pc:chgData name="Daniel Cregg" userId="a4417ebc-d1f9-4266-8a6c-2c7f21bbea7f" providerId="ADAL" clId="{B41FF6A5-8EE3-453F-9467-07EDEFDD4E20}" dt="2026-09-27T21:07:15.996" v="65"/>
        <pc:sldMkLst>
          <pc:docMk/>
          <pc:sldMk cId="0" sldId="274"/>
        </pc:sldMkLst>
        <pc:spChg chg="mod">
          <ac:chgData name="Daniel Cregg" userId="a4417ebc-d1f9-4266-8a6c-2c7f21bbea7f" providerId="ADAL" clId="{B41FF6A5-8EE3-453F-9467-07EDEFDD4E20}" dt="2026-09-27T20:47:43.708" v="8" actId="27636"/>
          <ac:spMkLst>
            <pc:docMk/>
            <pc:sldMk cId="0" sldId="274"/>
            <ac:spMk id="5" creationId="{00000000-0000-0000-0000-000000000000}"/>
          </ac:spMkLst>
        </pc:spChg>
      </pc:sldChg>
      <pc:sldChg chg="del">
        <pc:chgData name="Daniel Cregg" userId="a4417ebc-d1f9-4266-8a6c-2c7f21bbea7f" providerId="ADAL" clId="{B41FF6A5-8EE3-453F-9467-07EDEFDD4E20}" dt="2026-09-27T22:24:25.081" v="288"/>
        <pc:sldMkLst>
          <pc:docMk/>
          <pc:sldMk cId="0" sldId="275"/>
        </pc:sldMkLst>
      </pc:sldChg>
      <pc:sldChg chg="del">
        <pc:chgData name="Daniel Cregg" userId="a4417ebc-d1f9-4266-8a6c-2c7f21bbea7f" providerId="ADAL" clId="{B41FF6A5-8EE3-453F-9467-07EDEFDD4E20}" dt="2026-09-27T22:15:19.859" v="254"/>
        <pc:sldMkLst>
          <pc:docMk/>
          <pc:sldMk cId="0" sldId="276"/>
        </pc:sldMkLst>
      </pc:sldChg>
      <pc:sldChg chg="modSp del mod">
        <pc:chgData name="Daniel Cregg" userId="a4417ebc-d1f9-4266-8a6c-2c7f21bbea7f" providerId="ADAL" clId="{B41FF6A5-8EE3-453F-9467-07EDEFDD4E20}" dt="2026-09-27T22:26:08.059" v="315"/>
        <pc:sldMkLst>
          <pc:docMk/>
          <pc:sldMk cId="0" sldId="277"/>
        </pc:sldMkLst>
        <pc:spChg chg="mod">
          <ac:chgData name="Daniel Cregg" userId="a4417ebc-d1f9-4266-8a6c-2c7f21bbea7f" providerId="ADAL" clId="{B41FF6A5-8EE3-453F-9467-07EDEFDD4E20}" dt="2026-09-27T20:47:43.708" v="9" actId="27636"/>
          <ac:spMkLst>
            <pc:docMk/>
            <pc:sldMk cId="0" sldId="277"/>
            <ac:spMk id="3" creationId="{00000000-0000-0000-0000-000000000000}"/>
          </ac:spMkLst>
        </pc:spChg>
      </pc:sldChg>
      <pc:sldChg chg="del">
        <pc:chgData name="Daniel Cregg" userId="a4417ebc-d1f9-4266-8a6c-2c7f21bbea7f" providerId="ADAL" clId="{B41FF6A5-8EE3-453F-9467-07EDEFDD4E20}" dt="2026-09-27T21:07:23.243" v="69"/>
        <pc:sldMkLst>
          <pc:docMk/>
          <pc:sldMk cId="0" sldId="278"/>
        </pc:sldMkLst>
      </pc:sldChg>
      <pc:sldChg chg="del">
        <pc:chgData name="Daniel Cregg" userId="a4417ebc-d1f9-4266-8a6c-2c7f21bbea7f" providerId="ADAL" clId="{B41FF6A5-8EE3-453F-9467-07EDEFDD4E20}" dt="2026-09-27T21:07:31.427" v="71"/>
        <pc:sldMkLst>
          <pc:docMk/>
          <pc:sldMk cId="0" sldId="279"/>
        </pc:sldMkLst>
      </pc:sldChg>
      <pc:sldChg chg="del">
        <pc:chgData name="Daniel Cregg" userId="a4417ebc-d1f9-4266-8a6c-2c7f21bbea7f" providerId="ADAL" clId="{B41FF6A5-8EE3-453F-9467-07EDEFDD4E20}" dt="2026-09-27T21:13:42.978" v="129"/>
        <pc:sldMkLst>
          <pc:docMk/>
          <pc:sldMk cId="0" sldId="280"/>
        </pc:sldMkLst>
      </pc:sldChg>
      <pc:sldChg chg="modSp del mod">
        <pc:chgData name="Daniel Cregg" userId="a4417ebc-d1f9-4266-8a6c-2c7f21bbea7f" providerId="ADAL" clId="{B41FF6A5-8EE3-453F-9467-07EDEFDD4E20}" dt="2026-09-27T21:07:40.277" v="73"/>
        <pc:sldMkLst>
          <pc:docMk/>
          <pc:sldMk cId="0" sldId="281"/>
        </pc:sldMkLst>
        <pc:spChg chg="mod">
          <ac:chgData name="Daniel Cregg" userId="a4417ebc-d1f9-4266-8a6c-2c7f21bbea7f" providerId="ADAL" clId="{B41FF6A5-8EE3-453F-9467-07EDEFDD4E20}" dt="2026-09-27T20:47:43.728" v="10" actId="27636"/>
          <ac:spMkLst>
            <pc:docMk/>
            <pc:sldMk cId="0" sldId="281"/>
            <ac:spMk id="3" creationId="{00000000-0000-0000-0000-000000000000}"/>
          </ac:spMkLst>
        </pc:spChg>
      </pc:sldChg>
      <pc:sldChg chg="del">
        <pc:chgData name="Daniel Cregg" userId="a4417ebc-d1f9-4266-8a6c-2c7f21bbea7f" providerId="ADAL" clId="{B41FF6A5-8EE3-453F-9467-07EDEFDD4E20}" dt="2026-09-27T21:07:47.511" v="75"/>
        <pc:sldMkLst>
          <pc:docMk/>
          <pc:sldMk cId="0" sldId="282"/>
        </pc:sldMkLst>
      </pc:sldChg>
      <pc:sldChg chg="del">
        <pc:chgData name="Daniel Cregg" userId="a4417ebc-d1f9-4266-8a6c-2c7f21bbea7f" providerId="ADAL" clId="{B41FF6A5-8EE3-453F-9467-07EDEFDD4E20}" dt="2026-09-27T22:28:59.438" v="379"/>
        <pc:sldMkLst>
          <pc:docMk/>
          <pc:sldMk cId="0" sldId="283"/>
        </pc:sldMkLst>
      </pc:sldChg>
      <pc:sldChg chg="del">
        <pc:chgData name="Daniel Cregg" userId="a4417ebc-d1f9-4266-8a6c-2c7f21bbea7f" providerId="ADAL" clId="{B41FF6A5-8EE3-453F-9467-07EDEFDD4E20}" dt="2026-09-27T21:08:20.227" v="77"/>
        <pc:sldMkLst>
          <pc:docMk/>
          <pc:sldMk cId="0" sldId="284"/>
        </pc:sldMkLst>
      </pc:sldChg>
      <pc:sldChg chg="modSp mod">
        <pc:chgData name="Daniel Cregg" userId="a4417ebc-d1f9-4266-8a6c-2c7f21bbea7f" providerId="ADAL" clId="{B41FF6A5-8EE3-453F-9467-07EDEFDD4E20}" dt="2026-09-27T20:47:43.738" v="11" actId="27636"/>
        <pc:sldMkLst>
          <pc:docMk/>
          <pc:sldMk cId="0" sldId="285"/>
        </pc:sldMkLst>
        <pc:spChg chg="mod">
          <ac:chgData name="Daniel Cregg" userId="a4417ebc-d1f9-4266-8a6c-2c7f21bbea7f" providerId="ADAL" clId="{B41FF6A5-8EE3-453F-9467-07EDEFDD4E20}" dt="2026-09-27T20:47:43.738" v="11" actId="27636"/>
          <ac:spMkLst>
            <pc:docMk/>
            <pc:sldMk cId="0" sldId="285"/>
            <ac:spMk id="3" creationId="{00000000-0000-0000-0000-000000000000}"/>
          </ac:spMkLst>
        </pc:spChg>
      </pc:sldChg>
      <pc:sldChg chg="del">
        <pc:chgData name="Daniel Cregg" userId="a4417ebc-d1f9-4266-8a6c-2c7f21bbea7f" providerId="ADAL" clId="{B41FF6A5-8EE3-453F-9467-07EDEFDD4E20}" dt="2026-09-27T22:29:00.028" v="383"/>
        <pc:sldMkLst>
          <pc:docMk/>
          <pc:sldMk cId="0" sldId="286"/>
        </pc:sldMkLst>
      </pc:sldChg>
      <pc:sldChg chg="modSp del mod">
        <pc:chgData name="Daniel Cregg" userId="a4417ebc-d1f9-4266-8a6c-2c7f21bbea7f" providerId="ADAL" clId="{B41FF6A5-8EE3-453F-9467-07EDEFDD4E20}" dt="2026-09-27T21:08:28.047" v="79"/>
        <pc:sldMkLst>
          <pc:docMk/>
          <pc:sldMk cId="0" sldId="287"/>
        </pc:sldMkLst>
        <pc:spChg chg="mod">
          <ac:chgData name="Daniel Cregg" userId="a4417ebc-d1f9-4266-8a6c-2c7f21bbea7f" providerId="ADAL" clId="{B41FF6A5-8EE3-453F-9467-07EDEFDD4E20}" dt="2026-09-27T20:47:43.741" v="12" actId="27636"/>
          <ac:spMkLst>
            <pc:docMk/>
            <pc:sldMk cId="0" sldId="287"/>
            <ac:spMk id="6" creationId="{00000000-0000-0000-0000-000000000000}"/>
          </ac:spMkLst>
        </pc:spChg>
      </pc:sldChg>
      <pc:sldChg chg="modSp del mod">
        <pc:chgData name="Daniel Cregg" userId="a4417ebc-d1f9-4266-8a6c-2c7f21bbea7f" providerId="ADAL" clId="{B41FF6A5-8EE3-453F-9467-07EDEFDD4E20}" dt="2026-09-27T21:08:36.026" v="82"/>
        <pc:sldMkLst>
          <pc:docMk/>
          <pc:sldMk cId="0" sldId="288"/>
        </pc:sldMkLst>
        <pc:spChg chg="mod">
          <ac:chgData name="Daniel Cregg" userId="a4417ebc-d1f9-4266-8a6c-2c7f21bbea7f" providerId="ADAL" clId="{B41FF6A5-8EE3-453F-9467-07EDEFDD4E20}" dt="2026-09-27T20:47:43.753" v="13" actId="27636"/>
          <ac:spMkLst>
            <pc:docMk/>
            <pc:sldMk cId="0" sldId="288"/>
            <ac:spMk id="3" creationId="{00000000-0000-0000-0000-000000000000}"/>
          </ac:spMkLst>
        </pc:spChg>
      </pc:sldChg>
      <pc:sldChg chg="del">
        <pc:chgData name="Daniel Cregg" userId="a4417ebc-d1f9-4266-8a6c-2c7f21bbea7f" providerId="ADAL" clId="{B41FF6A5-8EE3-453F-9467-07EDEFDD4E20}" dt="2026-09-27T21:08:40.743" v="84"/>
        <pc:sldMkLst>
          <pc:docMk/>
          <pc:sldMk cId="0" sldId="289"/>
        </pc:sldMkLst>
      </pc:sldChg>
      <pc:sldChg chg="modSp del mod">
        <pc:chgData name="Daniel Cregg" userId="a4417ebc-d1f9-4266-8a6c-2c7f21bbea7f" providerId="ADAL" clId="{B41FF6A5-8EE3-453F-9467-07EDEFDD4E20}" dt="2026-09-27T21:08:45.766" v="86"/>
        <pc:sldMkLst>
          <pc:docMk/>
          <pc:sldMk cId="0" sldId="290"/>
        </pc:sldMkLst>
        <pc:spChg chg="mod">
          <ac:chgData name="Daniel Cregg" userId="a4417ebc-d1f9-4266-8a6c-2c7f21bbea7f" providerId="ADAL" clId="{B41FF6A5-8EE3-453F-9467-07EDEFDD4E20}" dt="2026-09-27T20:47:43.759" v="14" actId="27636"/>
          <ac:spMkLst>
            <pc:docMk/>
            <pc:sldMk cId="0" sldId="290"/>
            <ac:spMk id="3" creationId="{00000000-0000-0000-0000-000000000000}"/>
          </ac:spMkLst>
        </pc:spChg>
      </pc:sldChg>
      <pc:sldChg chg="del">
        <pc:chgData name="Daniel Cregg" userId="a4417ebc-d1f9-4266-8a6c-2c7f21bbea7f" providerId="ADAL" clId="{B41FF6A5-8EE3-453F-9467-07EDEFDD4E20}" dt="2026-09-27T21:08:50.826" v="88"/>
        <pc:sldMkLst>
          <pc:docMk/>
          <pc:sldMk cId="0" sldId="291"/>
        </pc:sldMkLst>
      </pc:sldChg>
      <pc:sldChg chg="del">
        <pc:chgData name="Daniel Cregg" userId="a4417ebc-d1f9-4266-8a6c-2c7f21bbea7f" providerId="ADAL" clId="{B41FF6A5-8EE3-453F-9467-07EDEFDD4E20}" dt="2026-09-27T21:09:05.857" v="91"/>
        <pc:sldMkLst>
          <pc:docMk/>
          <pc:sldMk cId="0" sldId="292"/>
        </pc:sldMkLst>
      </pc:sldChg>
      <pc:sldChg chg="del">
        <pc:chgData name="Daniel Cregg" userId="a4417ebc-d1f9-4266-8a6c-2c7f21bbea7f" providerId="ADAL" clId="{B41FF6A5-8EE3-453F-9467-07EDEFDD4E20}" dt="2026-09-27T21:09:13.349" v="93"/>
        <pc:sldMkLst>
          <pc:docMk/>
          <pc:sldMk cId="0" sldId="294"/>
        </pc:sldMkLst>
      </pc:sldChg>
      <pc:sldChg chg="del">
        <pc:chgData name="Daniel Cregg" userId="a4417ebc-d1f9-4266-8a6c-2c7f21bbea7f" providerId="ADAL" clId="{B41FF6A5-8EE3-453F-9467-07EDEFDD4E20}" dt="2026-09-27T21:09:20.695" v="96"/>
        <pc:sldMkLst>
          <pc:docMk/>
          <pc:sldMk cId="0" sldId="295"/>
        </pc:sldMkLst>
      </pc:sldChg>
      <pc:sldChg chg="modSp del mod">
        <pc:chgData name="Daniel Cregg" userId="a4417ebc-d1f9-4266-8a6c-2c7f21bbea7f" providerId="ADAL" clId="{B41FF6A5-8EE3-453F-9467-07EDEFDD4E20}" dt="2026-09-27T21:09:27.394" v="98"/>
        <pc:sldMkLst>
          <pc:docMk/>
          <pc:sldMk cId="0" sldId="296"/>
        </pc:sldMkLst>
        <pc:spChg chg="mod">
          <ac:chgData name="Daniel Cregg" userId="a4417ebc-d1f9-4266-8a6c-2c7f21bbea7f" providerId="ADAL" clId="{B41FF6A5-8EE3-453F-9467-07EDEFDD4E20}" dt="2026-09-27T20:47:43.774" v="15" actId="27636"/>
          <ac:spMkLst>
            <pc:docMk/>
            <pc:sldMk cId="0" sldId="296"/>
            <ac:spMk id="5" creationId="{00000000-0000-0000-0000-000000000000}"/>
          </ac:spMkLst>
        </pc:spChg>
      </pc:sldChg>
      <pc:sldChg chg="del">
        <pc:chgData name="Daniel Cregg" userId="a4417ebc-d1f9-4266-8a6c-2c7f21bbea7f" providerId="ADAL" clId="{B41FF6A5-8EE3-453F-9467-07EDEFDD4E20}" dt="2026-09-27T21:09:35.306" v="100"/>
        <pc:sldMkLst>
          <pc:docMk/>
          <pc:sldMk cId="0" sldId="297"/>
        </pc:sldMkLst>
      </pc:sldChg>
      <pc:sldChg chg="del">
        <pc:chgData name="Daniel Cregg" userId="a4417ebc-d1f9-4266-8a6c-2c7f21bbea7f" providerId="ADAL" clId="{B41FF6A5-8EE3-453F-9467-07EDEFDD4E20}" dt="2026-09-27T21:09:42.608" v="102"/>
        <pc:sldMkLst>
          <pc:docMk/>
          <pc:sldMk cId="0" sldId="298"/>
        </pc:sldMkLst>
      </pc:sldChg>
      <pc:sldChg chg="modSp del mod">
        <pc:chgData name="Daniel Cregg" userId="a4417ebc-d1f9-4266-8a6c-2c7f21bbea7f" providerId="ADAL" clId="{B41FF6A5-8EE3-453F-9467-07EDEFDD4E20}" dt="2026-09-27T21:09:50.958" v="104"/>
        <pc:sldMkLst>
          <pc:docMk/>
          <pc:sldMk cId="0" sldId="299"/>
        </pc:sldMkLst>
        <pc:spChg chg="mod">
          <ac:chgData name="Daniel Cregg" userId="a4417ebc-d1f9-4266-8a6c-2c7f21bbea7f" providerId="ADAL" clId="{B41FF6A5-8EE3-453F-9467-07EDEFDD4E20}" dt="2026-09-27T20:47:43.807" v="18" actId="27636"/>
          <ac:spMkLst>
            <pc:docMk/>
            <pc:sldMk cId="0" sldId="299"/>
            <ac:spMk id="4" creationId="{00000000-0000-0000-0000-000000000000}"/>
          </ac:spMkLst>
        </pc:spChg>
        <pc:spChg chg="mod">
          <ac:chgData name="Daniel Cregg" userId="a4417ebc-d1f9-4266-8a6c-2c7f21bbea7f" providerId="ADAL" clId="{B41FF6A5-8EE3-453F-9467-07EDEFDD4E20}" dt="2026-09-27T20:47:43.804" v="17" actId="27636"/>
          <ac:spMkLst>
            <pc:docMk/>
            <pc:sldMk cId="0" sldId="299"/>
            <ac:spMk id="6" creationId="{00000000-0000-0000-0000-000000000000}"/>
          </ac:spMkLst>
        </pc:spChg>
        <pc:spChg chg="mod">
          <ac:chgData name="Daniel Cregg" userId="a4417ebc-d1f9-4266-8a6c-2c7f21bbea7f" providerId="ADAL" clId="{B41FF6A5-8EE3-453F-9467-07EDEFDD4E20}" dt="2026-09-27T20:47:43.791" v="16" actId="27636"/>
          <ac:spMkLst>
            <pc:docMk/>
            <pc:sldMk cId="0" sldId="299"/>
            <ac:spMk id="7" creationId="{00000000-0000-0000-0000-000000000000}"/>
          </ac:spMkLst>
        </pc:spChg>
      </pc:sldChg>
      <pc:sldChg chg="modSp add mod ord">
        <pc:chgData name="Daniel Cregg" userId="a4417ebc-d1f9-4266-8a6c-2c7f21bbea7f" providerId="ADAL" clId="{B41FF6A5-8EE3-453F-9467-07EDEFDD4E20}" dt="2026-09-27T21:23:13.913" v="160"/>
        <pc:sldMkLst>
          <pc:docMk/>
          <pc:sldMk cId="3798914574" sldId="300"/>
        </pc:sldMkLst>
        <pc:spChg chg="mod">
          <ac:chgData name="Daniel Cregg" userId="a4417ebc-d1f9-4266-8a6c-2c7f21bbea7f" providerId="ADAL" clId="{B41FF6A5-8EE3-453F-9467-07EDEFDD4E20}" dt="2026-09-27T20:50:37.291" v="22" actId="27636"/>
          <ac:spMkLst>
            <pc:docMk/>
            <pc:sldMk cId="3798914574" sldId="300"/>
            <ac:spMk id="3" creationId="{00000000-0000-0000-0000-000000000000}"/>
          </ac:spMkLst>
        </pc:spChg>
      </pc:sldChg>
      <pc:sldChg chg="modSp add del mod">
        <pc:chgData name="Daniel Cregg" userId="a4417ebc-d1f9-4266-8a6c-2c7f21bbea7f" providerId="ADAL" clId="{B41FF6A5-8EE3-453F-9467-07EDEFDD4E20}" dt="2026-09-27T21:34:07.570" v="178"/>
        <pc:sldMkLst>
          <pc:docMk/>
          <pc:sldMk cId="3606774265" sldId="301"/>
        </pc:sldMkLst>
        <pc:spChg chg="mod">
          <ac:chgData name="Daniel Cregg" userId="a4417ebc-d1f9-4266-8a6c-2c7f21bbea7f" providerId="ADAL" clId="{B41FF6A5-8EE3-453F-9467-07EDEFDD4E20}" dt="2026-09-27T20:57:04.326" v="25" actId="27636"/>
          <ac:spMkLst>
            <pc:docMk/>
            <pc:sldMk cId="3606774265" sldId="301"/>
            <ac:spMk id="3" creationId="{00000000-0000-0000-0000-000000000000}"/>
          </ac:spMkLst>
        </pc:spChg>
      </pc:sldChg>
      <pc:sldChg chg="add del">
        <pc:chgData name="Daniel Cregg" userId="a4417ebc-d1f9-4266-8a6c-2c7f21bbea7f" providerId="ADAL" clId="{B41FF6A5-8EE3-453F-9467-07EDEFDD4E20}" dt="2026-09-27T21:13:41.876" v="125"/>
        <pc:sldMkLst>
          <pc:docMk/>
          <pc:sldMk cId="395067283" sldId="302"/>
        </pc:sldMkLst>
      </pc:sldChg>
      <pc:sldChg chg="modSp add del mod">
        <pc:chgData name="Daniel Cregg" userId="a4417ebc-d1f9-4266-8a6c-2c7f21bbea7f" providerId="ADAL" clId="{B41FF6A5-8EE3-453F-9467-07EDEFDD4E20}" dt="2026-09-27T22:28:43.035" v="333"/>
        <pc:sldMkLst>
          <pc:docMk/>
          <pc:sldMk cId="3411667612" sldId="303"/>
        </pc:sldMkLst>
        <pc:spChg chg="mod">
          <ac:chgData name="Daniel Cregg" userId="a4417ebc-d1f9-4266-8a6c-2c7f21bbea7f" providerId="ADAL" clId="{B41FF6A5-8EE3-453F-9467-07EDEFDD4E20}" dt="2026-09-27T21:04:42.693" v="30" actId="27636"/>
          <ac:spMkLst>
            <pc:docMk/>
            <pc:sldMk cId="3411667612" sldId="303"/>
            <ac:spMk id="5" creationId="{00000000-0000-0000-0000-000000000000}"/>
          </ac:spMkLst>
        </pc:spChg>
      </pc:sldChg>
      <pc:sldChg chg="modSp add del mod">
        <pc:chgData name="Daniel Cregg" userId="a4417ebc-d1f9-4266-8a6c-2c7f21bbea7f" providerId="ADAL" clId="{B41FF6A5-8EE3-453F-9467-07EDEFDD4E20}" dt="2026-09-27T21:37:34.975" v="186"/>
        <pc:sldMkLst>
          <pc:docMk/>
          <pc:sldMk cId="3602241186" sldId="304"/>
        </pc:sldMkLst>
        <pc:spChg chg="mod">
          <ac:chgData name="Daniel Cregg" userId="a4417ebc-d1f9-4266-8a6c-2c7f21bbea7f" providerId="ADAL" clId="{B41FF6A5-8EE3-453F-9467-07EDEFDD4E20}" dt="2026-09-27T21:04:49.927" v="33" actId="27636"/>
          <ac:spMkLst>
            <pc:docMk/>
            <pc:sldMk cId="3602241186" sldId="304"/>
            <ac:spMk id="3" creationId="{00000000-0000-0000-0000-000000000000}"/>
          </ac:spMkLst>
        </pc:spChg>
      </pc:sldChg>
      <pc:sldChg chg="add">
        <pc:chgData name="Daniel Cregg" userId="a4417ebc-d1f9-4266-8a6c-2c7f21bbea7f" providerId="ADAL" clId="{B41FF6A5-8EE3-453F-9467-07EDEFDD4E20}" dt="2026-09-27T21:05:06.310" v="34"/>
        <pc:sldMkLst>
          <pc:docMk/>
          <pc:sldMk cId="1175187479" sldId="305"/>
        </pc:sldMkLst>
      </pc:sldChg>
      <pc:sldChg chg="modSp add del mod">
        <pc:chgData name="Daniel Cregg" userId="a4417ebc-d1f9-4266-8a6c-2c7f21bbea7f" providerId="ADAL" clId="{B41FF6A5-8EE3-453F-9467-07EDEFDD4E20}" dt="2026-09-27T21:05:20.094" v="40"/>
        <pc:sldMkLst>
          <pc:docMk/>
          <pc:sldMk cId="4185401303" sldId="306"/>
        </pc:sldMkLst>
        <pc:spChg chg="mod">
          <ac:chgData name="Daniel Cregg" userId="a4417ebc-d1f9-4266-8a6c-2c7f21bbea7f" providerId="ADAL" clId="{B41FF6A5-8EE3-453F-9467-07EDEFDD4E20}" dt="2026-09-27T21:05:12.655" v="38" actId="27636"/>
          <ac:spMkLst>
            <pc:docMk/>
            <pc:sldMk cId="4185401303" sldId="306"/>
            <ac:spMk id="6" creationId="{00000000-0000-0000-0000-000000000000}"/>
          </ac:spMkLst>
        </pc:spChg>
      </pc:sldChg>
      <pc:sldChg chg="add del">
        <pc:chgData name="Daniel Cregg" userId="a4417ebc-d1f9-4266-8a6c-2c7f21bbea7f" providerId="ADAL" clId="{B41FF6A5-8EE3-453F-9467-07EDEFDD4E20}" dt="2026-09-27T21:10:28.148" v="108"/>
        <pc:sldMkLst>
          <pc:docMk/>
          <pc:sldMk cId="95182174" sldId="307"/>
        </pc:sldMkLst>
      </pc:sldChg>
      <pc:sldChg chg="add del">
        <pc:chgData name="Daniel Cregg" userId="a4417ebc-d1f9-4266-8a6c-2c7f21bbea7f" providerId="ADAL" clId="{B41FF6A5-8EE3-453F-9467-07EDEFDD4E20}" dt="2026-09-27T21:06:32.243" v="58"/>
        <pc:sldMkLst>
          <pc:docMk/>
          <pc:sldMk cId="1751326192" sldId="308"/>
        </pc:sldMkLst>
      </pc:sldChg>
      <pc:sldChg chg="add del">
        <pc:chgData name="Daniel Cregg" userId="a4417ebc-d1f9-4266-8a6c-2c7f21bbea7f" providerId="ADAL" clId="{B41FF6A5-8EE3-453F-9467-07EDEFDD4E20}" dt="2026-09-27T21:47:25.329" v="209"/>
        <pc:sldMkLst>
          <pc:docMk/>
          <pc:sldMk cId="1548386846" sldId="309"/>
        </pc:sldMkLst>
      </pc:sldChg>
      <pc:sldChg chg="add del">
        <pc:chgData name="Daniel Cregg" userId="a4417ebc-d1f9-4266-8a6c-2c7f21bbea7f" providerId="ADAL" clId="{B41FF6A5-8EE3-453F-9467-07EDEFDD4E20}" dt="2026-09-27T21:06:16.567" v="54"/>
        <pc:sldMkLst>
          <pc:docMk/>
          <pc:sldMk cId="2045721925" sldId="310"/>
        </pc:sldMkLst>
      </pc:sldChg>
      <pc:sldChg chg="add del">
        <pc:chgData name="Daniel Cregg" userId="a4417ebc-d1f9-4266-8a6c-2c7f21bbea7f" providerId="ADAL" clId="{B41FF6A5-8EE3-453F-9467-07EDEFDD4E20}" dt="2026-09-27T21:54:12.195" v="211"/>
        <pc:sldMkLst>
          <pc:docMk/>
          <pc:sldMk cId="2352324547" sldId="311"/>
        </pc:sldMkLst>
      </pc:sldChg>
      <pc:sldChg chg="add del">
        <pc:chgData name="Daniel Cregg" userId="a4417ebc-d1f9-4266-8a6c-2c7f21bbea7f" providerId="ADAL" clId="{B41FF6A5-8EE3-453F-9467-07EDEFDD4E20}" dt="2026-09-27T21:06:20.916" v="56"/>
        <pc:sldMkLst>
          <pc:docMk/>
          <pc:sldMk cId="2895272474" sldId="312"/>
        </pc:sldMkLst>
      </pc:sldChg>
      <pc:sldChg chg="add del">
        <pc:chgData name="Daniel Cregg" userId="a4417ebc-d1f9-4266-8a6c-2c7f21bbea7f" providerId="ADAL" clId="{B41FF6A5-8EE3-453F-9467-07EDEFDD4E20}" dt="2026-09-27T21:06:36.226" v="60"/>
        <pc:sldMkLst>
          <pc:docMk/>
          <pc:sldMk cId="132672439" sldId="313"/>
        </pc:sldMkLst>
      </pc:sldChg>
      <pc:sldChg chg="add">
        <pc:chgData name="Daniel Cregg" userId="a4417ebc-d1f9-4266-8a6c-2c7f21bbea7f" providerId="ADAL" clId="{B41FF6A5-8EE3-453F-9467-07EDEFDD4E20}" dt="2026-09-27T21:06:16.560" v="53"/>
        <pc:sldMkLst>
          <pc:docMk/>
          <pc:sldMk cId="2915418998" sldId="314"/>
        </pc:sldMkLst>
      </pc:sldChg>
      <pc:sldChg chg="modSp add del mod">
        <pc:chgData name="Daniel Cregg" userId="a4417ebc-d1f9-4266-8a6c-2c7f21bbea7f" providerId="ADAL" clId="{B41FF6A5-8EE3-453F-9467-07EDEFDD4E20}" dt="2026-09-27T22:28:44.244" v="348"/>
        <pc:sldMkLst>
          <pc:docMk/>
          <pc:sldMk cId="3075178613" sldId="315"/>
        </pc:sldMkLst>
        <pc:spChg chg="mod">
          <ac:chgData name="Daniel Cregg" userId="a4417ebc-d1f9-4266-8a6c-2c7f21bbea7f" providerId="ADAL" clId="{B41FF6A5-8EE3-453F-9467-07EDEFDD4E20}" dt="2026-09-27T21:10:28.799" v="109"/>
          <ac:spMkLst>
            <pc:docMk/>
            <pc:sldMk cId="3075178613" sldId="315"/>
            <ac:spMk id="4" creationId="{00000000-0000-0000-0000-000000000000}"/>
          </ac:spMkLst>
        </pc:spChg>
      </pc:sldChg>
      <pc:sldChg chg="add del">
        <pc:chgData name="Daniel Cregg" userId="a4417ebc-d1f9-4266-8a6c-2c7f21bbea7f" providerId="ADAL" clId="{B41FF6A5-8EE3-453F-9467-07EDEFDD4E20}" dt="2026-09-27T22:28:43.545" v="338"/>
        <pc:sldMkLst>
          <pc:docMk/>
          <pc:sldMk cId="3839539645" sldId="316"/>
        </pc:sldMkLst>
      </pc:sldChg>
      <pc:sldChg chg="modSp add del mod">
        <pc:chgData name="Daniel Cregg" userId="a4417ebc-d1f9-4266-8a6c-2c7f21bbea7f" providerId="ADAL" clId="{B41FF6A5-8EE3-453F-9467-07EDEFDD4E20}" dt="2026-09-27T21:56:33.041" v="231"/>
        <pc:sldMkLst>
          <pc:docMk/>
          <pc:sldMk cId="1552237765" sldId="317"/>
        </pc:sldMkLst>
        <pc:spChg chg="mod">
          <ac:chgData name="Daniel Cregg" userId="a4417ebc-d1f9-4266-8a6c-2c7f21bbea7f" providerId="ADAL" clId="{B41FF6A5-8EE3-453F-9467-07EDEFDD4E20}" dt="2026-09-27T21:06:36.263" v="61" actId="27636"/>
          <ac:spMkLst>
            <pc:docMk/>
            <pc:sldMk cId="1552237765" sldId="317"/>
            <ac:spMk id="3" creationId="{00000000-0000-0000-0000-000000000000}"/>
          </ac:spMkLst>
        </pc:spChg>
      </pc:sldChg>
      <pc:sldChg chg="add">
        <pc:chgData name="Daniel Cregg" userId="a4417ebc-d1f9-4266-8a6c-2c7f21bbea7f" providerId="ADAL" clId="{B41FF6A5-8EE3-453F-9467-07EDEFDD4E20}" dt="2026-09-27T21:07:06.728" v="62"/>
        <pc:sldMkLst>
          <pc:docMk/>
          <pc:sldMk cId="2276283136" sldId="318"/>
        </pc:sldMkLst>
      </pc:sldChg>
      <pc:sldChg chg="modSp add del mod">
        <pc:chgData name="Daniel Cregg" userId="a4417ebc-d1f9-4266-8a6c-2c7f21bbea7f" providerId="ADAL" clId="{B41FF6A5-8EE3-453F-9467-07EDEFDD4E20}" dt="2026-09-27T22:01:53.442" v="240"/>
        <pc:sldMkLst>
          <pc:docMk/>
          <pc:sldMk cId="477700888" sldId="319"/>
        </pc:sldMkLst>
        <pc:spChg chg="mod">
          <ac:chgData name="Daniel Cregg" userId="a4417ebc-d1f9-4266-8a6c-2c7f21bbea7f" providerId="ADAL" clId="{B41FF6A5-8EE3-453F-9467-07EDEFDD4E20}" dt="2026-09-27T21:07:16.013" v="66" actId="27636"/>
          <ac:spMkLst>
            <pc:docMk/>
            <pc:sldMk cId="477700888" sldId="319"/>
            <ac:spMk id="3" creationId="{00000000-0000-0000-0000-000000000000}"/>
          </ac:spMkLst>
        </pc:spChg>
        <pc:spChg chg="mod">
          <ac:chgData name="Daniel Cregg" userId="a4417ebc-d1f9-4266-8a6c-2c7f21bbea7f" providerId="ADAL" clId="{B41FF6A5-8EE3-453F-9467-07EDEFDD4E20}" dt="2026-09-27T21:07:16.013" v="67" actId="27636"/>
          <ac:spMkLst>
            <pc:docMk/>
            <pc:sldMk cId="477700888" sldId="319"/>
            <ac:spMk id="5" creationId="{00000000-0000-0000-0000-000000000000}"/>
          </ac:spMkLst>
        </pc:spChg>
      </pc:sldChg>
      <pc:sldChg chg="add del">
        <pc:chgData name="Daniel Cregg" userId="a4417ebc-d1f9-4266-8a6c-2c7f21bbea7f" providerId="ADAL" clId="{B41FF6A5-8EE3-453F-9467-07EDEFDD4E20}" dt="2026-09-27T21:10:48.560" v="113"/>
        <pc:sldMkLst>
          <pc:docMk/>
          <pc:sldMk cId="3789680869" sldId="320"/>
        </pc:sldMkLst>
      </pc:sldChg>
      <pc:sldChg chg="add del">
        <pc:chgData name="Daniel Cregg" userId="a4417ebc-d1f9-4266-8a6c-2c7f21bbea7f" providerId="ADAL" clId="{B41FF6A5-8EE3-453F-9467-07EDEFDD4E20}" dt="2026-09-27T21:21:04.060" v="158"/>
        <pc:sldMkLst>
          <pc:docMk/>
          <pc:sldMk cId="1022806176" sldId="321"/>
        </pc:sldMkLst>
      </pc:sldChg>
      <pc:sldChg chg="add del">
        <pc:chgData name="Daniel Cregg" userId="a4417ebc-d1f9-4266-8a6c-2c7f21bbea7f" providerId="ADAL" clId="{B41FF6A5-8EE3-453F-9467-07EDEFDD4E20}" dt="2026-09-27T21:10:50.052" v="115"/>
        <pc:sldMkLst>
          <pc:docMk/>
          <pc:sldMk cId="3984571151" sldId="322"/>
        </pc:sldMkLst>
      </pc:sldChg>
      <pc:sldChg chg="add">
        <pc:chgData name="Daniel Cregg" userId="a4417ebc-d1f9-4266-8a6c-2c7f21bbea7f" providerId="ADAL" clId="{B41FF6A5-8EE3-453F-9467-07EDEFDD4E20}" dt="2026-09-27T21:07:47.494" v="74"/>
        <pc:sldMkLst>
          <pc:docMk/>
          <pc:sldMk cId="4036636308" sldId="323"/>
        </pc:sldMkLst>
      </pc:sldChg>
      <pc:sldChg chg="add del">
        <pc:chgData name="Daniel Cregg" userId="a4417ebc-d1f9-4266-8a6c-2c7f21bbea7f" providerId="ADAL" clId="{B41FF6A5-8EE3-453F-9467-07EDEFDD4E20}" dt="2026-09-27T21:11:02.910" v="117"/>
        <pc:sldMkLst>
          <pc:docMk/>
          <pc:sldMk cId="3759568000" sldId="324"/>
        </pc:sldMkLst>
      </pc:sldChg>
      <pc:sldChg chg="modSp add mod">
        <pc:chgData name="Daniel Cregg" userId="a4417ebc-d1f9-4266-8a6c-2c7f21bbea7f" providerId="ADAL" clId="{B41FF6A5-8EE3-453F-9467-07EDEFDD4E20}" dt="2026-09-27T21:08:28.056" v="80" actId="27636"/>
        <pc:sldMkLst>
          <pc:docMk/>
          <pc:sldMk cId="4088461163" sldId="325"/>
        </pc:sldMkLst>
        <pc:spChg chg="mod">
          <ac:chgData name="Daniel Cregg" userId="a4417ebc-d1f9-4266-8a6c-2c7f21bbea7f" providerId="ADAL" clId="{B41FF6A5-8EE3-453F-9467-07EDEFDD4E20}" dt="2026-09-27T21:08:28.056" v="80" actId="27636"/>
          <ac:spMkLst>
            <pc:docMk/>
            <pc:sldMk cId="4088461163" sldId="325"/>
            <ac:spMk id="3" creationId="{00000000-0000-0000-0000-000000000000}"/>
          </ac:spMkLst>
        </pc:spChg>
      </pc:sldChg>
      <pc:sldChg chg="add del">
        <pc:chgData name="Daniel Cregg" userId="a4417ebc-d1f9-4266-8a6c-2c7f21bbea7f" providerId="ADAL" clId="{B41FF6A5-8EE3-453F-9467-07EDEFDD4E20}" dt="2026-09-27T22:29:09.586" v="387"/>
        <pc:sldMkLst>
          <pc:docMk/>
          <pc:sldMk cId="2815615919" sldId="326"/>
        </pc:sldMkLst>
      </pc:sldChg>
      <pc:sldChg chg="add del">
        <pc:chgData name="Daniel Cregg" userId="a4417ebc-d1f9-4266-8a6c-2c7f21bbea7f" providerId="ADAL" clId="{B41FF6A5-8EE3-453F-9467-07EDEFDD4E20}" dt="2026-09-27T22:29:09.798" v="389"/>
        <pc:sldMkLst>
          <pc:docMk/>
          <pc:sldMk cId="873445335" sldId="327"/>
        </pc:sldMkLst>
      </pc:sldChg>
      <pc:sldChg chg="add">
        <pc:chgData name="Daniel Cregg" userId="a4417ebc-d1f9-4266-8a6c-2c7f21bbea7f" providerId="ADAL" clId="{B41FF6A5-8EE3-453F-9467-07EDEFDD4E20}" dt="2026-09-27T21:08:45.760" v="85"/>
        <pc:sldMkLst>
          <pc:docMk/>
          <pc:sldMk cId="3046009372" sldId="328"/>
        </pc:sldMkLst>
      </pc:sldChg>
      <pc:sldChg chg="modSp add mod">
        <pc:chgData name="Daniel Cregg" userId="a4417ebc-d1f9-4266-8a6c-2c7f21bbea7f" providerId="ADAL" clId="{B41FF6A5-8EE3-453F-9467-07EDEFDD4E20}" dt="2026-09-27T21:08:50.895" v="89" actId="27636"/>
        <pc:sldMkLst>
          <pc:docMk/>
          <pc:sldMk cId="554097690" sldId="329"/>
        </pc:sldMkLst>
        <pc:spChg chg="mod">
          <ac:chgData name="Daniel Cregg" userId="a4417ebc-d1f9-4266-8a6c-2c7f21bbea7f" providerId="ADAL" clId="{B41FF6A5-8EE3-453F-9467-07EDEFDD4E20}" dt="2026-09-27T21:08:50.895" v="89" actId="27636"/>
          <ac:spMkLst>
            <pc:docMk/>
            <pc:sldMk cId="554097690" sldId="329"/>
            <ac:spMk id="3" creationId="{00000000-0000-0000-0000-000000000000}"/>
          </ac:spMkLst>
        </pc:spChg>
      </pc:sldChg>
      <pc:sldChg chg="add del">
        <pc:chgData name="Daniel Cregg" userId="a4417ebc-d1f9-4266-8a6c-2c7f21bbea7f" providerId="ADAL" clId="{B41FF6A5-8EE3-453F-9467-07EDEFDD4E20}" dt="2026-09-27T22:29:10.195" v="396"/>
        <pc:sldMkLst>
          <pc:docMk/>
          <pc:sldMk cId="334710665" sldId="330"/>
        </pc:sldMkLst>
      </pc:sldChg>
      <pc:sldChg chg="modSp add del mod ord">
        <pc:chgData name="Daniel Cregg" userId="a4417ebc-d1f9-4266-8a6c-2c7f21bbea7f" providerId="ADAL" clId="{B41FF6A5-8EE3-453F-9467-07EDEFDD4E20}" dt="2026-09-27T22:29:10.445" v="398"/>
        <pc:sldMkLst>
          <pc:docMk/>
          <pc:sldMk cId="2542261670" sldId="331"/>
        </pc:sldMkLst>
        <pc:spChg chg="mod">
          <ac:chgData name="Daniel Cregg" userId="a4417ebc-d1f9-4266-8a6c-2c7f21bbea7f" providerId="ADAL" clId="{B41FF6A5-8EE3-453F-9467-07EDEFDD4E20}" dt="2026-09-27T21:09:13.360" v="94" actId="27636"/>
          <ac:spMkLst>
            <pc:docMk/>
            <pc:sldMk cId="2542261670" sldId="331"/>
            <ac:spMk id="3" creationId="{00000000-0000-0000-0000-000000000000}"/>
          </ac:spMkLst>
        </pc:spChg>
      </pc:sldChg>
      <pc:sldChg chg="add del ord">
        <pc:chgData name="Daniel Cregg" userId="a4417ebc-d1f9-4266-8a6c-2c7f21bbea7f" providerId="ADAL" clId="{B41FF6A5-8EE3-453F-9467-07EDEFDD4E20}" dt="2026-09-27T22:29:10.701" v="400"/>
        <pc:sldMkLst>
          <pc:docMk/>
          <pc:sldMk cId="1560804052" sldId="332"/>
        </pc:sldMkLst>
      </pc:sldChg>
      <pc:sldChg chg="add del">
        <pc:chgData name="Daniel Cregg" userId="a4417ebc-d1f9-4266-8a6c-2c7f21bbea7f" providerId="ADAL" clId="{B41FF6A5-8EE3-453F-9467-07EDEFDD4E20}" dt="2026-09-27T21:13:54.110" v="132"/>
        <pc:sldMkLst>
          <pc:docMk/>
          <pc:sldMk cId="1251762509" sldId="333"/>
        </pc:sldMkLst>
      </pc:sldChg>
      <pc:sldChg chg="add del">
        <pc:chgData name="Daniel Cregg" userId="a4417ebc-d1f9-4266-8a6c-2c7f21bbea7f" providerId="ADAL" clId="{B41FF6A5-8EE3-453F-9467-07EDEFDD4E20}" dt="2026-09-27T21:13:43.965" v="131"/>
        <pc:sldMkLst>
          <pc:docMk/>
          <pc:sldMk cId="2027573933" sldId="334"/>
        </pc:sldMkLst>
      </pc:sldChg>
      <pc:sldChg chg="add del ord">
        <pc:chgData name="Daniel Cregg" userId="a4417ebc-d1f9-4266-8a6c-2c7f21bbea7f" providerId="ADAL" clId="{B41FF6A5-8EE3-453F-9467-07EDEFDD4E20}" dt="2026-09-27T22:29:11.023" v="402"/>
        <pc:sldMkLst>
          <pc:docMk/>
          <pc:sldMk cId="3748457456" sldId="335"/>
        </pc:sldMkLst>
      </pc:sldChg>
      <pc:sldChg chg="modSp add del mod">
        <pc:chgData name="Daniel Cregg" userId="a4417ebc-d1f9-4266-8a6c-2c7f21bbea7f" providerId="ADAL" clId="{B41FF6A5-8EE3-453F-9467-07EDEFDD4E20}" dt="2026-09-27T21:11:15.952" v="119"/>
        <pc:sldMkLst>
          <pc:docMk/>
          <pc:sldMk cId="2626676703" sldId="336"/>
        </pc:sldMkLst>
        <pc:spChg chg="mod">
          <ac:chgData name="Daniel Cregg" userId="a4417ebc-d1f9-4266-8a6c-2c7f21bbea7f" providerId="ADAL" clId="{B41FF6A5-8EE3-453F-9467-07EDEFDD4E20}" dt="2026-09-27T21:09:50.974" v="106" actId="27636"/>
          <ac:spMkLst>
            <pc:docMk/>
            <pc:sldMk cId="2626676703" sldId="336"/>
            <ac:spMk id="4" creationId="{00000000-0000-0000-0000-000000000000}"/>
          </ac:spMkLst>
        </pc:spChg>
        <pc:spChg chg="mod">
          <ac:chgData name="Daniel Cregg" userId="a4417ebc-d1f9-4266-8a6c-2c7f21bbea7f" providerId="ADAL" clId="{B41FF6A5-8EE3-453F-9467-07EDEFDD4E20}" dt="2026-09-27T21:09:50.974" v="105" actId="27636"/>
          <ac:spMkLst>
            <pc:docMk/>
            <pc:sldMk cId="2626676703" sldId="336"/>
            <ac:spMk id="6" creationId="{00000000-0000-0000-0000-000000000000}"/>
          </ac:spMkLst>
        </pc:spChg>
      </pc:sldChg>
      <pc:sldChg chg="add del">
        <pc:chgData name="Daniel Cregg" userId="a4417ebc-d1f9-4266-8a6c-2c7f21bbea7f" providerId="ADAL" clId="{B41FF6A5-8EE3-453F-9467-07EDEFDD4E20}" dt="2026-09-27T21:10:45.494" v="111"/>
        <pc:sldMkLst>
          <pc:docMk/>
          <pc:sldMk cId="2432946745" sldId="337"/>
        </pc:sldMkLst>
      </pc:sldChg>
      <pc:sldChg chg="add">
        <pc:chgData name="Daniel Cregg" userId="a4417ebc-d1f9-4266-8a6c-2c7f21bbea7f" providerId="ADAL" clId="{B41FF6A5-8EE3-453F-9467-07EDEFDD4E20}" dt="2026-09-27T21:10:45.477" v="110"/>
        <pc:sldMkLst>
          <pc:docMk/>
          <pc:sldMk cId="2353754212" sldId="338"/>
        </pc:sldMkLst>
      </pc:sldChg>
      <pc:sldChg chg="add del">
        <pc:chgData name="Daniel Cregg" userId="a4417ebc-d1f9-4266-8a6c-2c7f21bbea7f" providerId="ADAL" clId="{B41FF6A5-8EE3-453F-9467-07EDEFDD4E20}" dt="2026-09-27T21:13:42.834" v="127"/>
        <pc:sldMkLst>
          <pc:docMk/>
          <pc:sldMk cId="3521621968" sldId="339"/>
        </pc:sldMkLst>
      </pc:sldChg>
      <pc:sldChg chg="add del">
        <pc:chgData name="Daniel Cregg" userId="a4417ebc-d1f9-4266-8a6c-2c7f21bbea7f" providerId="ADAL" clId="{B41FF6A5-8EE3-453F-9467-07EDEFDD4E20}" dt="2026-09-27T22:28:59.133" v="377"/>
        <pc:sldMkLst>
          <pc:docMk/>
          <pc:sldMk cId="945933716" sldId="340"/>
        </pc:sldMkLst>
      </pc:sldChg>
      <pc:sldChg chg="add del">
        <pc:chgData name="Daniel Cregg" userId="a4417ebc-d1f9-4266-8a6c-2c7f21bbea7f" providerId="ADAL" clId="{B41FF6A5-8EE3-453F-9467-07EDEFDD4E20}" dt="2026-09-27T22:28:59.678" v="381"/>
        <pc:sldMkLst>
          <pc:docMk/>
          <pc:sldMk cId="566730614" sldId="341"/>
        </pc:sldMkLst>
      </pc:sldChg>
      <pc:sldChg chg="modSp add del mod ord">
        <pc:chgData name="Daniel Cregg" userId="a4417ebc-d1f9-4266-8a6c-2c7f21bbea7f" providerId="ADAL" clId="{B41FF6A5-8EE3-453F-9467-07EDEFDD4E20}" dt="2026-09-27T22:15:22.218" v="258"/>
        <pc:sldMkLst>
          <pc:docMk/>
          <pc:sldMk cId="1752669596" sldId="342"/>
        </pc:sldMkLst>
        <pc:spChg chg="mod">
          <ac:chgData name="Daniel Cregg" userId="a4417ebc-d1f9-4266-8a6c-2c7f21bbea7f" providerId="ADAL" clId="{B41FF6A5-8EE3-453F-9467-07EDEFDD4E20}" dt="2026-09-27T21:11:15.978" v="121" actId="27636"/>
          <ac:spMkLst>
            <pc:docMk/>
            <pc:sldMk cId="1752669596" sldId="342"/>
            <ac:spMk id="4" creationId="{00000000-0000-0000-0000-000000000000}"/>
          </ac:spMkLst>
        </pc:spChg>
        <pc:spChg chg="mod">
          <ac:chgData name="Daniel Cregg" userId="a4417ebc-d1f9-4266-8a6c-2c7f21bbea7f" providerId="ADAL" clId="{B41FF6A5-8EE3-453F-9467-07EDEFDD4E20}" dt="2026-09-27T21:11:15.977" v="120" actId="27636"/>
          <ac:spMkLst>
            <pc:docMk/>
            <pc:sldMk cId="1752669596" sldId="342"/>
            <ac:spMk id="6" creationId="{00000000-0000-0000-0000-000000000000}"/>
          </ac:spMkLst>
        </pc:spChg>
      </pc:sldChg>
      <pc:sldChg chg="add del">
        <pc:chgData name="Daniel Cregg" userId="a4417ebc-d1f9-4266-8a6c-2c7f21bbea7f" providerId="ADAL" clId="{B41FF6A5-8EE3-453F-9467-07EDEFDD4E20}" dt="2026-09-27T22:15:15.496" v="246"/>
        <pc:sldMkLst>
          <pc:docMk/>
          <pc:sldMk cId="2407024758" sldId="343"/>
        </pc:sldMkLst>
      </pc:sldChg>
      <pc:sldChg chg="add del ord">
        <pc:chgData name="Daniel Cregg" userId="a4417ebc-d1f9-4266-8a6c-2c7f21bbea7f" providerId="ADAL" clId="{B41FF6A5-8EE3-453F-9467-07EDEFDD4E20}" dt="2026-09-27T21:23:29.611" v="174"/>
        <pc:sldMkLst>
          <pc:docMk/>
          <pc:sldMk cId="16210618" sldId="344"/>
        </pc:sldMkLst>
      </pc:sldChg>
      <pc:sldChg chg="add del">
        <pc:chgData name="Daniel Cregg" userId="a4417ebc-d1f9-4266-8a6c-2c7f21bbea7f" providerId="ADAL" clId="{B41FF6A5-8EE3-453F-9467-07EDEFDD4E20}" dt="2026-09-27T22:28:34.830" v="326"/>
        <pc:sldMkLst>
          <pc:docMk/>
          <pc:sldMk cId="2895342830" sldId="345"/>
        </pc:sldMkLst>
      </pc:sldChg>
      <pc:sldChg chg="add del">
        <pc:chgData name="Daniel Cregg" userId="a4417ebc-d1f9-4266-8a6c-2c7f21bbea7f" providerId="ADAL" clId="{B41FF6A5-8EE3-453F-9467-07EDEFDD4E20}" dt="2026-09-27T22:15:05.109" v="244"/>
        <pc:sldMkLst>
          <pc:docMk/>
          <pc:sldMk cId="3259741811" sldId="346"/>
        </pc:sldMkLst>
      </pc:sldChg>
      <pc:sldChg chg="add ord">
        <pc:chgData name="Daniel Cregg" userId="a4417ebc-d1f9-4266-8a6c-2c7f21bbea7f" providerId="ADAL" clId="{B41FF6A5-8EE3-453F-9467-07EDEFDD4E20}" dt="2026-09-27T21:23:19.857" v="168"/>
        <pc:sldMkLst>
          <pc:docMk/>
          <pc:sldMk cId="1030647531" sldId="347"/>
        </pc:sldMkLst>
      </pc:sldChg>
      <pc:sldChg chg="add del ord">
        <pc:chgData name="Daniel Cregg" userId="a4417ebc-d1f9-4266-8a6c-2c7f21bbea7f" providerId="ADAL" clId="{B41FF6A5-8EE3-453F-9467-07EDEFDD4E20}" dt="2026-09-27T21:17:38.858" v="145"/>
        <pc:sldMkLst>
          <pc:docMk/>
          <pc:sldMk cId="1023231717" sldId="348"/>
        </pc:sldMkLst>
      </pc:sldChg>
      <pc:sldChg chg="add del ord">
        <pc:chgData name="Daniel Cregg" userId="a4417ebc-d1f9-4266-8a6c-2c7f21bbea7f" providerId="ADAL" clId="{B41FF6A5-8EE3-453F-9467-07EDEFDD4E20}" dt="2026-09-27T21:17:01.744" v="140"/>
        <pc:sldMkLst>
          <pc:docMk/>
          <pc:sldMk cId="482449054" sldId="349"/>
        </pc:sldMkLst>
      </pc:sldChg>
      <pc:sldChg chg="add del ord">
        <pc:chgData name="Daniel Cregg" userId="a4417ebc-d1f9-4266-8a6c-2c7f21bbea7f" providerId="ADAL" clId="{B41FF6A5-8EE3-453F-9467-07EDEFDD4E20}" dt="2026-09-27T21:17:25.658" v="142"/>
        <pc:sldMkLst>
          <pc:docMk/>
          <pc:sldMk cId="2490342310" sldId="350"/>
        </pc:sldMkLst>
      </pc:sldChg>
      <pc:sldChg chg="add del">
        <pc:chgData name="Daniel Cregg" userId="a4417ebc-d1f9-4266-8a6c-2c7f21bbea7f" providerId="ADAL" clId="{B41FF6A5-8EE3-453F-9467-07EDEFDD4E20}" dt="2026-09-27T21:20:59.649" v="156"/>
        <pc:sldMkLst>
          <pc:docMk/>
          <pc:sldMk cId="1787954653" sldId="351"/>
        </pc:sldMkLst>
      </pc:sldChg>
      <pc:sldChg chg="modSp add del mod">
        <pc:chgData name="Daniel Cregg" userId="a4417ebc-d1f9-4266-8a6c-2c7f21bbea7f" providerId="ADAL" clId="{B41FF6A5-8EE3-453F-9467-07EDEFDD4E20}" dt="2026-09-27T21:17:52.611" v="148"/>
        <pc:sldMkLst>
          <pc:docMk/>
          <pc:sldMk cId="4134763121" sldId="352"/>
        </pc:sldMkLst>
        <pc:spChg chg="mod">
          <ac:chgData name="Daniel Cregg" userId="a4417ebc-d1f9-4266-8a6c-2c7f21bbea7f" providerId="ADAL" clId="{B41FF6A5-8EE3-453F-9467-07EDEFDD4E20}" dt="2026-09-27T21:17:25.658" v="143" actId="27636"/>
          <ac:spMkLst>
            <pc:docMk/>
            <pc:sldMk cId="4134763121" sldId="352"/>
            <ac:spMk id="3" creationId="{00000000-0000-0000-0000-000000000000}"/>
          </ac:spMkLst>
        </pc:spChg>
        <pc:spChg chg="mod">
          <ac:chgData name="Daniel Cregg" userId="a4417ebc-d1f9-4266-8a6c-2c7f21bbea7f" providerId="ADAL" clId="{B41FF6A5-8EE3-453F-9467-07EDEFDD4E20}" dt="2026-09-27T21:17:52.063" v="146"/>
          <ac:spMkLst>
            <pc:docMk/>
            <pc:sldMk cId="4134763121" sldId="352"/>
            <ac:spMk id="12" creationId="{00000000-0000-0000-0000-000000000000}"/>
          </ac:spMkLst>
        </pc:spChg>
      </pc:sldChg>
      <pc:sldChg chg="add del ord">
        <pc:chgData name="Daniel Cregg" userId="a4417ebc-d1f9-4266-8a6c-2c7f21bbea7f" providerId="ADAL" clId="{B41FF6A5-8EE3-453F-9467-07EDEFDD4E20}" dt="2026-09-27T21:23:36.023" v="176"/>
        <pc:sldMkLst>
          <pc:docMk/>
          <pc:sldMk cId="1891236273" sldId="353"/>
        </pc:sldMkLst>
      </pc:sldChg>
      <pc:sldChg chg="add del">
        <pc:chgData name="Daniel Cregg" userId="a4417ebc-d1f9-4266-8a6c-2c7f21bbea7f" providerId="ADAL" clId="{B41FF6A5-8EE3-453F-9467-07EDEFDD4E20}" dt="2026-09-27T21:18:21.577" v="150"/>
        <pc:sldMkLst>
          <pc:docMk/>
          <pc:sldMk cId="3886044775" sldId="354"/>
        </pc:sldMkLst>
      </pc:sldChg>
      <pc:sldChg chg="modSp add del mod">
        <pc:chgData name="Daniel Cregg" userId="a4417ebc-d1f9-4266-8a6c-2c7f21bbea7f" providerId="ADAL" clId="{B41FF6A5-8EE3-453F-9467-07EDEFDD4E20}" dt="2026-09-27T21:18:39.877" v="154"/>
        <pc:sldMkLst>
          <pc:docMk/>
          <pc:sldMk cId="481293268" sldId="355"/>
        </pc:sldMkLst>
        <pc:spChg chg="mod">
          <ac:chgData name="Daniel Cregg" userId="a4417ebc-d1f9-4266-8a6c-2c7f21bbea7f" providerId="ADAL" clId="{B41FF6A5-8EE3-453F-9467-07EDEFDD4E20}" dt="2026-09-27T21:18:39.342" v="151"/>
          <ac:spMkLst>
            <pc:docMk/>
            <pc:sldMk cId="481293268" sldId="355"/>
            <ac:spMk id="3" creationId="{00000000-0000-0000-0000-000000000000}"/>
          </ac:spMkLst>
        </pc:spChg>
        <pc:spChg chg="mod">
          <ac:chgData name="Daniel Cregg" userId="a4417ebc-d1f9-4266-8a6c-2c7f21bbea7f" providerId="ADAL" clId="{B41FF6A5-8EE3-453F-9467-07EDEFDD4E20}" dt="2026-09-27T21:18:39.342" v="152"/>
          <ac:spMkLst>
            <pc:docMk/>
            <pc:sldMk cId="481293268" sldId="355"/>
            <ac:spMk id="12" creationId="{00000000-0000-0000-0000-000000000000}"/>
          </ac:spMkLst>
        </pc:spChg>
      </pc:sldChg>
      <pc:sldChg chg="add ord">
        <pc:chgData name="Daniel Cregg" userId="a4417ebc-d1f9-4266-8a6c-2c7f21bbea7f" providerId="ADAL" clId="{B41FF6A5-8EE3-453F-9467-07EDEFDD4E20}" dt="2026-09-27T21:23:19.958" v="170"/>
        <pc:sldMkLst>
          <pc:docMk/>
          <pc:sldMk cId="2806498939" sldId="356"/>
        </pc:sldMkLst>
      </pc:sldChg>
      <pc:sldChg chg="add">
        <pc:chgData name="Daniel Cregg" userId="a4417ebc-d1f9-4266-8a6c-2c7f21bbea7f" providerId="ADAL" clId="{B41FF6A5-8EE3-453F-9467-07EDEFDD4E20}" dt="2026-09-27T21:20:59.628" v="155"/>
        <pc:sldMkLst>
          <pc:docMk/>
          <pc:sldMk cId="4214576990" sldId="357"/>
        </pc:sldMkLst>
      </pc:sldChg>
      <pc:sldChg chg="add del">
        <pc:chgData name="Daniel Cregg" userId="a4417ebc-d1f9-4266-8a6c-2c7f21bbea7f" providerId="ADAL" clId="{B41FF6A5-8EE3-453F-9467-07EDEFDD4E20}" dt="2026-09-27T22:15:20.692" v="256"/>
        <pc:sldMkLst>
          <pc:docMk/>
          <pc:sldMk cId="1441280595" sldId="358"/>
        </pc:sldMkLst>
      </pc:sldChg>
      <pc:sldChg chg="add del">
        <pc:chgData name="Daniel Cregg" userId="a4417ebc-d1f9-4266-8a6c-2c7f21bbea7f" providerId="ADAL" clId="{B41FF6A5-8EE3-453F-9467-07EDEFDD4E20}" dt="2026-09-27T22:15:17.382" v="250"/>
        <pc:sldMkLst>
          <pc:docMk/>
          <pc:sldMk cId="4233424156" sldId="359"/>
        </pc:sldMkLst>
      </pc:sldChg>
      <pc:sldChg chg="add">
        <pc:chgData name="Daniel Cregg" userId="a4417ebc-d1f9-4266-8a6c-2c7f21bbea7f" providerId="ADAL" clId="{B41FF6A5-8EE3-453F-9467-07EDEFDD4E20}" dt="2026-09-27T21:23:36.008" v="175"/>
        <pc:sldMkLst>
          <pc:docMk/>
          <pc:sldMk cId="261603931" sldId="360"/>
        </pc:sldMkLst>
      </pc:sldChg>
      <pc:sldChg chg="add del">
        <pc:chgData name="Daniel Cregg" userId="a4417ebc-d1f9-4266-8a6c-2c7f21bbea7f" providerId="ADAL" clId="{B41FF6A5-8EE3-453F-9467-07EDEFDD4E20}" dt="2026-09-27T21:34:24.777" v="180"/>
        <pc:sldMkLst>
          <pc:docMk/>
          <pc:sldMk cId="4286237623" sldId="361"/>
        </pc:sldMkLst>
      </pc:sldChg>
      <pc:sldChg chg="modSp add del mod">
        <pc:chgData name="Daniel Cregg" userId="a4417ebc-d1f9-4266-8a6c-2c7f21bbea7f" providerId="ADAL" clId="{B41FF6A5-8EE3-453F-9467-07EDEFDD4E20}" dt="2026-09-27T21:34:44.460" v="183"/>
        <pc:sldMkLst>
          <pc:docMk/>
          <pc:sldMk cId="2739358918" sldId="362"/>
        </pc:sldMkLst>
        <pc:spChg chg="mod">
          <ac:chgData name="Daniel Cregg" userId="a4417ebc-d1f9-4266-8a6c-2c7f21bbea7f" providerId="ADAL" clId="{B41FF6A5-8EE3-453F-9467-07EDEFDD4E20}" dt="2026-09-27T21:34:24.811" v="181" actId="27636"/>
          <ac:spMkLst>
            <pc:docMk/>
            <pc:sldMk cId="2739358918" sldId="362"/>
            <ac:spMk id="3" creationId="{00000000-0000-0000-0000-000000000000}"/>
          </ac:spMkLst>
        </pc:spChg>
      </pc:sldChg>
      <pc:sldChg chg="modSp add mod">
        <pc:chgData name="Daniel Cregg" userId="a4417ebc-d1f9-4266-8a6c-2c7f21bbea7f" providerId="ADAL" clId="{B41FF6A5-8EE3-453F-9467-07EDEFDD4E20}" dt="2026-09-27T21:34:44.494" v="184" actId="27636"/>
        <pc:sldMkLst>
          <pc:docMk/>
          <pc:sldMk cId="2120631221" sldId="363"/>
        </pc:sldMkLst>
        <pc:spChg chg="mod">
          <ac:chgData name="Daniel Cregg" userId="a4417ebc-d1f9-4266-8a6c-2c7f21bbea7f" providerId="ADAL" clId="{B41FF6A5-8EE3-453F-9467-07EDEFDD4E20}" dt="2026-09-27T21:34:44.494" v="184" actId="27636"/>
          <ac:spMkLst>
            <pc:docMk/>
            <pc:sldMk cId="2120631221" sldId="363"/>
            <ac:spMk id="3" creationId="{00000000-0000-0000-0000-000000000000}"/>
          </ac:spMkLst>
        </pc:spChg>
      </pc:sldChg>
      <pc:sldChg chg="modSp add del mod">
        <pc:chgData name="Daniel Cregg" userId="a4417ebc-d1f9-4266-8a6c-2c7f21bbea7f" providerId="ADAL" clId="{B41FF6A5-8EE3-453F-9467-07EDEFDD4E20}" dt="2026-09-27T21:37:52.790" v="189"/>
        <pc:sldMkLst>
          <pc:docMk/>
          <pc:sldMk cId="617382090" sldId="364"/>
        </pc:sldMkLst>
        <pc:spChg chg="mod">
          <ac:chgData name="Daniel Cregg" userId="a4417ebc-d1f9-4266-8a6c-2c7f21bbea7f" providerId="ADAL" clId="{B41FF6A5-8EE3-453F-9467-07EDEFDD4E20}" dt="2026-09-27T21:37:34.992" v="187" actId="27636"/>
          <ac:spMkLst>
            <pc:docMk/>
            <pc:sldMk cId="617382090" sldId="364"/>
            <ac:spMk id="3" creationId="{00000000-0000-0000-0000-000000000000}"/>
          </ac:spMkLst>
        </pc:spChg>
      </pc:sldChg>
      <pc:sldChg chg="add del">
        <pc:chgData name="Daniel Cregg" userId="a4417ebc-d1f9-4266-8a6c-2c7f21bbea7f" providerId="ADAL" clId="{B41FF6A5-8EE3-453F-9467-07EDEFDD4E20}" dt="2026-09-27T21:39:28.460" v="191"/>
        <pc:sldMkLst>
          <pc:docMk/>
          <pc:sldMk cId="1204924262" sldId="365"/>
        </pc:sldMkLst>
      </pc:sldChg>
      <pc:sldChg chg="add del">
        <pc:chgData name="Daniel Cregg" userId="a4417ebc-d1f9-4266-8a6c-2c7f21bbea7f" providerId="ADAL" clId="{B41FF6A5-8EE3-453F-9467-07EDEFDD4E20}" dt="2026-09-27T21:39:36.774" v="193"/>
        <pc:sldMkLst>
          <pc:docMk/>
          <pc:sldMk cId="141648918" sldId="366"/>
        </pc:sldMkLst>
      </pc:sldChg>
      <pc:sldChg chg="add del">
        <pc:chgData name="Daniel Cregg" userId="a4417ebc-d1f9-4266-8a6c-2c7f21bbea7f" providerId="ADAL" clId="{B41FF6A5-8EE3-453F-9467-07EDEFDD4E20}" dt="2026-09-27T21:41:19.567" v="195"/>
        <pc:sldMkLst>
          <pc:docMk/>
          <pc:sldMk cId="2457444691" sldId="367"/>
        </pc:sldMkLst>
      </pc:sldChg>
      <pc:sldChg chg="add del">
        <pc:chgData name="Daniel Cregg" userId="a4417ebc-d1f9-4266-8a6c-2c7f21bbea7f" providerId="ADAL" clId="{B41FF6A5-8EE3-453F-9467-07EDEFDD4E20}" dt="2026-09-27T22:28:43.244" v="336"/>
        <pc:sldMkLst>
          <pc:docMk/>
          <pc:sldMk cId="811731720" sldId="368"/>
        </pc:sldMkLst>
      </pc:sldChg>
      <pc:sldChg chg="modSp add del mod">
        <pc:chgData name="Daniel Cregg" userId="a4417ebc-d1f9-4266-8a6c-2c7f21bbea7f" providerId="ADAL" clId="{B41FF6A5-8EE3-453F-9467-07EDEFDD4E20}" dt="2026-09-27T21:45:12.808" v="207"/>
        <pc:sldMkLst>
          <pc:docMk/>
          <pc:sldMk cId="2383258267" sldId="369"/>
        </pc:sldMkLst>
        <pc:spChg chg="mod">
          <ac:chgData name="Daniel Cregg" userId="a4417ebc-d1f9-4266-8a6c-2c7f21bbea7f" providerId="ADAL" clId="{B41FF6A5-8EE3-453F-9467-07EDEFDD4E20}" dt="2026-09-27T21:44:48.059" v="199"/>
          <ac:spMkLst>
            <pc:docMk/>
            <pc:sldMk cId="2383258267" sldId="369"/>
            <ac:spMk id="20" creationId="{00000000-0000-0000-0000-000000000000}"/>
          </ac:spMkLst>
        </pc:spChg>
        <pc:spChg chg="mod">
          <ac:chgData name="Daniel Cregg" userId="a4417ebc-d1f9-4266-8a6c-2c7f21bbea7f" providerId="ADAL" clId="{B41FF6A5-8EE3-453F-9467-07EDEFDD4E20}" dt="2026-09-27T21:44:48.060" v="201"/>
          <ac:spMkLst>
            <pc:docMk/>
            <pc:sldMk cId="2383258267" sldId="369"/>
            <ac:spMk id="21" creationId="{00000000-0000-0000-0000-000000000000}"/>
          </ac:spMkLst>
        </pc:spChg>
        <pc:spChg chg="mod">
          <ac:chgData name="Daniel Cregg" userId="a4417ebc-d1f9-4266-8a6c-2c7f21bbea7f" providerId="ADAL" clId="{B41FF6A5-8EE3-453F-9467-07EDEFDD4E20}" dt="2026-09-27T21:44:48.060" v="203"/>
          <ac:spMkLst>
            <pc:docMk/>
            <pc:sldMk cId="2383258267" sldId="369"/>
            <ac:spMk id="22" creationId="{00000000-0000-0000-0000-000000000000}"/>
          </ac:spMkLst>
        </pc:spChg>
        <pc:spChg chg="mod">
          <ac:chgData name="Daniel Cregg" userId="a4417ebc-d1f9-4266-8a6c-2c7f21bbea7f" providerId="ADAL" clId="{B41FF6A5-8EE3-453F-9467-07EDEFDD4E20}" dt="2026-09-27T21:44:48.061" v="205"/>
          <ac:spMkLst>
            <pc:docMk/>
            <pc:sldMk cId="2383258267" sldId="369"/>
            <ac:spMk id="30" creationId="{00000000-0000-0000-0000-000000000000}"/>
          </ac:spMkLst>
        </pc:spChg>
      </pc:sldChg>
      <pc:sldChg chg="add">
        <pc:chgData name="Daniel Cregg" userId="a4417ebc-d1f9-4266-8a6c-2c7f21bbea7f" providerId="ADAL" clId="{B41FF6A5-8EE3-453F-9467-07EDEFDD4E20}" dt="2026-09-27T21:45:12.794" v="206"/>
        <pc:sldMkLst>
          <pc:docMk/>
          <pc:sldMk cId="777851075" sldId="370"/>
        </pc:sldMkLst>
      </pc:sldChg>
      <pc:sldChg chg="add">
        <pc:chgData name="Daniel Cregg" userId="a4417ebc-d1f9-4266-8a6c-2c7f21bbea7f" providerId="ADAL" clId="{B41FF6A5-8EE3-453F-9467-07EDEFDD4E20}" dt="2026-09-27T21:47:25.327" v="208"/>
        <pc:sldMkLst>
          <pc:docMk/>
          <pc:sldMk cId="25835409" sldId="371"/>
        </pc:sldMkLst>
      </pc:sldChg>
      <pc:sldChg chg="modSp add del mod">
        <pc:chgData name="Daniel Cregg" userId="a4417ebc-d1f9-4266-8a6c-2c7f21bbea7f" providerId="ADAL" clId="{B41FF6A5-8EE3-453F-9467-07EDEFDD4E20}" dt="2026-09-27T21:54:26.484" v="221"/>
        <pc:sldMkLst>
          <pc:docMk/>
          <pc:sldMk cId="2795973531" sldId="372"/>
        </pc:sldMkLst>
        <pc:spChg chg="mod">
          <ac:chgData name="Daniel Cregg" userId="a4417ebc-d1f9-4266-8a6c-2c7f21bbea7f" providerId="ADAL" clId="{B41FF6A5-8EE3-453F-9467-07EDEFDD4E20}" dt="2026-09-27T21:54:16.462" v="219" actId="27636"/>
          <ac:spMkLst>
            <pc:docMk/>
            <pc:sldMk cId="2795973531" sldId="372"/>
            <ac:spMk id="3" creationId="{00000000-0000-0000-0000-000000000000}"/>
          </ac:spMkLst>
        </pc:spChg>
        <pc:graphicFrameChg chg="modGraphic">
          <ac:chgData name="Daniel Cregg" userId="a4417ebc-d1f9-4266-8a6c-2c7f21bbea7f" providerId="ADAL" clId="{B41FF6A5-8EE3-453F-9467-07EDEFDD4E20}" dt="2026-09-27T21:54:12.750" v="216"/>
          <ac:graphicFrameMkLst>
            <pc:docMk/>
            <pc:sldMk cId="2795973531" sldId="372"/>
            <ac:graphicFrameMk id="4" creationId="{00000000-0000-0000-0000-000000000000}"/>
          </ac:graphicFrameMkLst>
        </pc:graphicFrameChg>
      </pc:sldChg>
      <pc:sldChg chg="add del">
        <pc:chgData name="Daniel Cregg" userId="a4417ebc-d1f9-4266-8a6c-2c7f21bbea7f" providerId="ADAL" clId="{B41FF6A5-8EE3-453F-9467-07EDEFDD4E20}" dt="2026-09-27T21:54:55.103" v="223"/>
        <pc:sldMkLst>
          <pc:docMk/>
          <pc:sldMk cId="3186848909" sldId="373"/>
        </pc:sldMkLst>
      </pc:sldChg>
      <pc:sldChg chg="modSp add del mod">
        <pc:chgData name="Daniel Cregg" userId="a4417ebc-d1f9-4266-8a6c-2c7f21bbea7f" providerId="ADAL" clId="{B41FF6A5-8EE3-453F-9467-07EDEFDD4E20}" dt="2026-09-27T21:58:50.128" v="233"/>
        <pc:sldMkLst>
          <pc:docMk/>
          <pc:sldMk cId="332932053" sldId="374"/>
        </pc:sldMkLst>
        <pc:spChg chg="mod">
          <ac:chgData name="Daniel Cregg" userId="a4417ebc-d1f9-4266-8a6c-2c7f21bbea7f" providerId="ADAL" clId="{B41FF6A5-8EE3-453F-9467-07EDEFDD4E20}" dt="2026-09-27T21:54:59.241" v="229"/>
          <ac:spMkLst>
            <pc:docMk/>
            <pc:sldMk cId="332932053" sldId="374"/>
            <ac:spMk id="3" creationId="{00000000-0000-0000-0000-000000000000}"/>
          </ac:spMkLst>
        </pc:spChg>
        <pc:graphicFrameChg chg="modGraphic">
          <ac:chgData name="Daniel Cregg" userId="a4417ebc-d1f9-4266-8a6c-2c7f21bbea7f" providerId="ADAL" clId="{B41FF6A5-8EE3-453F-9467-07EDEFDD4E20}" dt="2026-09-27T21:54:55.647" v="227"/>
          <ac:graphicFrameMkLst>
            <pc:docMk/>
            <pc:sldMk cId="332932053" sldId="374"/>
            <ac:graphicFrameMk id="4" creationId="{00000000-0000-0000-0000-000000000000}"/>
          </ac:graphicFrameMkLst>
        </pc:graphicFrameChg>
      </pc:sldChg>
      <pc:sldChg chg="add del">
        <pc:chgData name="Daniel Cregg" userId="a4417ebc-d1f9-4266-8a6c-2c7f21bbea7f" providerId="ADAL" clId="{B41FF6A5-8EE3-453F-9467-07EDEFDD4E20}" dt="2026-09-27T22:28:44.595" v="350"/>
        <pc:sldMkLst>
          <pc:docMk/>
          <pc:sldMk cId="2468233537" sldId="375"/>
        </pc:sldMkLst>
      </pc:sldChg>
      <pc:sldChg chg="modSp add del mod">
        <pc:chgData name="Daniel Cregg" userId="a4417ebc-d1f9-4266-8a6c-2c7f21bbea7f" providerId="ADAL" clId="{B41FF6A5-8EE3-453F-9467-07EDEFDD4E20}" dt="2026-09-27T22:28:43.947" v="342"/>
        <pc:sldMkLst>
          <pc:docMk/>
          <pc:sldMk cId="1609081789" sldId="376"/>
        </pc:sldMkLst>
        <pc:spChg chg="mod">
          <ac:chgData name="Daniel Cregg" userId="a4417ebc-d1f9-4266-8a6c-2c7f21bbea7f" providerId="ADAL" clId="{B41FF6A5-8EE3-453F-9467-07EDEFDD4E20}" dt="2026-09-27T21:58:54.832" v="238"/>
          <ac:spMkLst>
            <pc:docMk/>
            <pc:sldMk cId="1609081789" sldId="376"/>
            <ac:spMk id="3" creationId="{00000000-0000-0000-0000-000000000000}"/>
          </ac:spMkLst>
        </pc:spChg>
        <pc:graphicFrameChg chg="modGraphic">
          <ac:chgData name="Daniel Cregg" userId="a4417ebc-d1f9-4266-8a6c-2c7f21bbea7f" providerId="ADAL" clId="{B41FF6A5-8EE3-453F-9467-07EDEFDD4E20}" dt="2026-09-27T21:58:50.859" v="237"/>
          <ac:graphicFrameMkLst>
            <pc:docMk/>
            <pc:sldMk cId="1609081789" sldId="376"/>
            <ac:graphicFrameMk id="4" creationId="{00000000-0000-0000-0000-000000000000}"/>
          </ac:graphicFrameMkLst>
        </pc:graphicFrameChg>
      </pc:sldChg>
      <pc:sldChg chg="add del">
        <pc:chgData name="Daniel Cregg" userId="a4417ebc-d1f9-4266-8a6c-2c7f21bbea7f" providerId="ADAL" clId="{B41FF6A5-8EE3-453F-9467-07EDEFDD4E20}" dt="2026-09-27T22:02:14.580" v="242"/>
        <pc:sldMkLst>
          <pc:docMk/>
          <pc:sldMk cId="3124975245" sldId="377"/>
        </pc:sldMkLst>
      </pc:sldChg>
      <pc:sldChg chg="add del">
        <pc:chgData name="Daniel Cregg" userId="a4417ebc-d1f9-4266-8a6c-2c7f21bbea7f" providerId="ADAL" clId="{B41FF6A5-8EE3-453F-9467-07EDEFDD4E20}" dt="2026-09-27T22:15:19.061" v="252"/>
        <pc:sldMkLst>
          <pc:docMk/>
          <pc:sldMk cId="2215568703" sldId="378"/>
        </pc:sldMkLst>
      </pc:sldChg>
      <pc:sldChg chg="add">
        <pc:chgData name="Daniel Cregg" userId="a4417ebc-d1f9-4266-8a6c-2c7f21bbea7f" providerId="ADAL" clId="{B41FF6A5-8EE3-453F-9467-07EDEFDD4E20}" dt="2026-09-27T22:15:05.096" v="243"/>
        <pc:sldMkLst>
          <pc:docMk/>
          <pc:sldMk cId="1596600023" sldId="379"/>
        </pc:sldMkLst>
      </pc:sldChg>
      <pc:sldChg chg="add del">
        <pc:chgData name="Daniel Cregg" userId="a4417ebc-d1f9-4266-8a6c-2c7f21bbea7f" providerId="ADAL" clId="{B41FF6A5-8EE3-453F-9467-07EDEFDD4E20}" dt="2026-09-27T22:28:42.551" v="329"/>
        <pc:sldMkLst>
          <pc:docMk/>
          <pc:sldMk cId="1587029600" sldId="380"/>
        </pc:sldMkLst>
      </pc:sldChg>
      <pc:sldChg chg="add">
        <pc:chgData name="Daniel Cregg" userId="a4417ebc-d1f9-4266-8a6c-2c7f21bbea7f" providerId="ADAL" clId="{B41FF6A5-8EE3-453F-9467-07EDEFDD4E20}" dt="2026-09-27T22:15:16.410" v="247"/>
        <pc:sldMkLst>
          <pc:docMk/>
          <pc:sldMk cId="928621051" sldId="381"/>
        </pc:sldMkLst>
      </pc:sldChg>
      <pc:sldChg chg="add del">
        <pc:chgData name="Daniel Cregg" userId="a4417ebc-d1f9-4266-8a6c-2c7f21bbea7f" providerId="ADAL" clId="{B41FF6A5-8EE3-453F-9467-07EDEFDD4E20}" dt="2026-09-27T22:28:42.761" v="331"/>
        <pc:sldMkLst>
          <pc:docMk/>
          <pc:sldMk cId="3887902934" sldId="382"/>
        </pc:sldMkLst>
      </pc:sldChg>
      <pc:sldChg chg="add del">
        <pc:chgData name="Daniel Cregg" userId="a4417ebc-d1f9-4266-8a6c-2c7f21bbea7f" providerId="ADAL" clId="{B41FF6A5-8EE3-453F-9467-07EDEFDD4E20}" dt="2026-09-27T22:28:45.378" v="356"/>
        <pc:sldMkLst>
          <pc:docMk/>
          <pc:sldMk cId="1148483046" sldId="383"/>
        </pc:sldMkLst>
      </pc:sldChg>
      <pc:sldChg chg="add del">
        <pc:chgData name="Daniel Cregg" userId="a4417ebc-d1f9-4266-8a6c-2c7f21bbea7f" providerId="ADAL" clId="{B41FF6A5-8EE3-453F-9467-07EDEFDD4E20}" dt="2026-09-27T22:25:17.559" v="303"/>
        <pc:sldMkLst>
          <pc:docMk/>
          <pc:sldMk cId="2169585708" sldId="384"/>
        </pc:sldMkLst>
      </pc:sldChg>
      <pc:sldChg chg="add del">
        <pc:chgData name="Daniel Cregg" userId="a4417ebc-d1f9-4266-8a6c-2c7f21bbea7f" providerId="ADAL" clId="{B41FF6A5-8EE3-453F-9467-07EDEFDD4E20}" dt="2026-09-27T22:28:58.611" v="373"/>
        <pc:sldMkLst>
          <pc:docMk/>
          <pc:sldMk cId="71569857" sldId="385"/>
        </pc:sldMkLst>
      </pc:sldChg>
      <pc:sldChg chg="add del">
        <pc:chgData name="Daniel Cregg" userId="a4417ebc-d1f9-4266-8a6c-2c7f21bbea7f" providerId="ADAL" clId="{B41FF6A5-8EE3-453F-9467-07EDEFDD4E20}" dt="2026-09-27T22:28:47.694" v="369"/>
        <pc:sldMkLst>
          <pc:docMk/>
          <pc:sldMk cId="2969214463" sldId="386"/>
        </pc:sldMkLst>
      </pc:sldChg>
      <pc:sldChg chg="add del ord">
        <pc:chgData name="Daniel Cregg" userId="a4417ebc-d1f9-4266-8a6c-2c7f21bbea7f" providerId="ADAL" clId="{B41FF6A5-8EE3-453F-9467-07EDEFDD4E20}" dt="2026-09-27T22:19:00.260" v="286"/>
        <pc:sldMkLst>
          <pc:docMk/>
          <pc:sldMk cId="3993336649" sldId="387"/>
        </pc:sldMkLst>
      </pc:sldChg>
      <pc:sldChg chg="add del ord">
        <pc:chgData name="Daniel Cregg" userId="a4417ebc-d1f9-4266-8a6c-2c7f21bbea7f" providerId="ADAL" clId="{B41FF6A5-8EE3-453F-9467-07EDEFDD4E20}" dt="2026-09-27T22:18:52.181" v="284"/>
        <pc:sldMkLst>
          <pc:docMk/>
          <pc:sldMk cId="3596460570" sldId="388"/>
        </pc:sldMkLst>
      </pc:sldChg>
      <pc:sldChg chg="add del ord">
        <pc:chgData name="Daniel Cregg" userId="a4417ebc-d1f9-4266-8a6c-2c7f21bbea7f" providerId="ADAL" clId="{B41FF6A5-8EE3-453F-9467-07EDEFDD4E20}" dt="2026-09-27T22:18:41.864" v="282"/>
        <pc:sldMkLst>
          <pc:docMk/>
          <pc:sldMk cId="3807345657" sldId="389"/>
        </pc:sldMkLst>
      </pc:sldChg>
      <pc:sldChg chg="add del ord">
        <pc:chgData name="Daniel Cregg" userId="a4417ebc-d1f9-4266-8a6c-2c7f21bbea7f" providerId="ADAL" clId="{B41FF6A5-8EE3-453F-9467-07EDEFDD4E20}" dt="2026-09-27T22:18:32.679" v="280"/>
        <pc:sldMkLst>
          <pc:docMk/>
          <pc:sldMk cId="3485919305" sldId="390"/>
        </pc:sldMkLst>
      </pc:sldChg>
      <pc:sldChg chg="add del ord">
        <pc:chgData name="Daniel Cregg" userId="a4417ebc-d1f9-4266-8a6c-2c7f21bbea7f" providerId="ADAL" clId="{B41FF6A5-8EE3-453F-9467-07EDEFDD4E20}" dt="2026-09-27T22:18:24.301" v="278"/>
        <pc:sldMkLst>
          <pc:docMk/>
          <pc:sldMk cId="3461744305" sldId="391"/>
        </pc:sldMkLst>
      </pc:sldChg>
      <pc:sldChg chg="add del ord">
        <pc:chgData name="Daniel Cregg" userId="a4417ebc-d1f9-4266-8a6c-2c7f21bbea7f" providerId="ADAL" clId="{B41FF6A5-8EE3-453F-9467-07EDEFDD4E20}" dt="2026-09-27T22:18:14.928" v="276"/>
        <pc:sldMkLst>
          <pc:docMk/>
          <pc:sldMk cId="2825975184" sldId="392"/>
        </pc:sldMkLst>
      </pc:sldChg>
      <pc:sldChg chg="add del ord">
        <pc:chgData name="Daniel Cregg" userId="a4417ebc-d1f9-4266-8a6c-2c7f21bbea7f" providerId="ADAL" clId="{B41FF6A5-8EE3-453F-9467-07EDEFDD4E20}" dt="2026-09-27T22:18:00.096" v="274"/>
        <pc:sldMkLst>
          <pc:docMk/>
          <pc:sldMk cId="1698947940" sldId="393"/>
        </pc:sldMkLst>
      </pc:sldChg>
      <pc:sldChg chg="add">
        <pc:chgData name="Daniel Cregg" userId="a4417ebc-d1f9-4266-8a6c-2c7f21bbea7f" providerId="ADAL" clId="{B41FF6A5-8EE3-453F-9467-07EDEFDD4E20}" dt="2026-09-27T22:18:00.096" v="273"/>
        <pc:sldMkLst>
          <pc:docMk/>
          <pc:sldMk cId="1208570470" sldId="394"/>
        </pc:sldMkLst>
      </pc:sldChg>
      <pc:sldChg chg="add">
        <pc:chgData name="Daniel Cregg" userId="a4417ebc-d1f9-4266-8a6c-2c7f21bbea7f" providerId="ADAL" clId="{B41FF6A5-8EE3-453F-9467-07EDEFDD4E20}" dt="2026-09-27T22:18:14.928" v="275"/>
        <pc:sldMkLst>
          <pc:docMk/>
          <pc:sldMk cId="1254451184" sldId="395"/>
        </pc:sldMkLst>
      </pc:sldChg>
      <pc:sldChg chg="add del">
        <pc:chgData name="Daniel Cregg" userId="a4417ebc-d1f9-4266-8a6c-2c7f21bbea7f" providerId="ADAL" clId="{B41FF6A5-8EE3-453F-9467-07EDEFDD4E20}" dt="2026-09-27T22:28:45.178" v="354"/>
        <pc:sldMkLst>
          <pc:docMk/>
          <pc:sldMk cId="891239707" sldId="396"/>
        </pc:sldMkLst>
      </pc:sldChg>
      <pc:sldChg chg="add del">
        <pc:chgData name="Daniel Cregg" userId="a4417ebc-d1f9-4266-8a6c-2c7f21bbea7f" providerId="ADAL" clId="{B41FF6A5-8EE3-453F-9467-07EDEFDD4E20}" dt="2026-09-27T22:28:58.847" v="375"/>
        <pc:sldMkLst>
          <pc:docMk/>
          <pc:sldMk cId="1656956654" sldId="397"/>
        </pc:sldMkLst>
      </pc:sldChg>
      <pc:sldChg chg="add">
        <pc:chgData name="Daniel Cregg" userId="a4417ebc-d1f9-4266-8a6c-2c7f21bbea7f" providerId="ADAL" clId="{B41FF6A5-8EE3-453F-9467-07EDEFDD4E20}" dt="2026-09-27T22:18:41.861" v="281"/>
        <pc:sldMkLst>
          <pc:docMk/>
          <pc:sldMk cId="4150747533" sldId="398"/>
        </pc:sldMkLst>
      </pc:sldChg>
      <pc:sldChg chg="add">
        <pc:chgData name="Daniel Cregg" userId="a4417ebc-d1f9-4266-8a6c-2c7f21bbea7f" providerId="ADAL" clId="{B41FF6A5-8EE3-453F-9467-07EDEFDD4E20}" dt="2026-09-27T22:18:52.181" v="283"/>
        <pc:sldMkLst>
          <pc:docMk/>
          <pc:sldMk cId="1935106456" sldId="399"/>
        </pc:sldMkLst>
      </pc:sldChg>
      <pc:sldChg chg="add">
        <pc:chgData name="Daniel Cregg" userId="a4417ebc-d1f9-4266-8a6c-2c7f21bbea7f" providerId="ADAL" clId="{B41FF6A5-8EE3-453F-9467-07EDEFDD4E20}" dt="2026-09-27T22:19:00.246" v="285"/>
        <pc:sldMkLst>
          <pc:docMk/>
          <pc:sldMk cId="2475995927" sldId="400"/>
        </pc:sldMkLst>
      </pc:sldChg>
      <pc:sldChg chg="modSp add del mod">
        <pc:chgData name="Daniel Cregg" userId="a4417ebc-d1f9-4266-8a6c-2c7f21bbea7f" providerId="ADAL" clId="{B41FF6A5-8EE3-453F-9467-07EDEFDD4E20}" dt="2026-09-27T22:24:37.477" v="291"/>
        <pc:sldMkLst>
          <pc:docMk/>
          <pc:sldMk cId="901174959" sldId="401"/>
        </pc:sldMkLst>
        <pc:spChg chg="mod">
          <ac:chgData name="Daniel Cregg" userId="a4417ebc-d1f9-4266-8a6c-2c7f21bbea7f" providerId="ADAL" clId="{B41FF6A5-8EE3-453F-9467-07EDEFDD4E20}" dt="2026-09-27T22:24:25.095" v="289" actId="27636"/>
          <ac:spMkLst>
            <pc:docMk/>
            <pc:sldMk cId="901174959" sldId="401"/>
            <ac:spMk id="3" creationId="{00000000-0000-0000-0000-000000000000}"/>
          </ac:spMkLst>
        </pc:spChg>
      </pc:sldChg>
      <pc:sldChg chg="modSp add del mod">
        <pc:chgData name="Daniel Cregg" userId="a4417ebc-d1f9-4266-8a6c-2c7f21bbea7f" providerId="ADAL" clId="{B41FF6A5-8EE3-453F-9467-07EDEFDD4E20}" dt="2026-09-27T22:24:49.411" v="300"/>
        <pc:sldMkLst>
          <pc:docMk/>
          <pc:sldMk cId="1479460897" sldId="402"/>
        </pc:sldMkLst>
        <pc:spChg chg="mod">
          <ac:chgData name="Daniel Cregg" userId="a4417ebc-d1f9-4266-8a6c-2c7f21bbea7f" providerId="ADAL" clId="{B41FF6A5-8EE3-453F-9467-07EDEFDD4E20}" dt="2026-09-27T22:24:41.029" v="298"/>
          <ac:spMkLst>
            <pc:docMk/>
            <pc:sldMk cId="1479460897" sldId="402"/>
            <ac:spMk id="3" creationId="{00000000-0000-0000-0000-000000000000}"/>
          </ac:spMkLst>
        </pc:spChg>
        <pc:graphicFrameChg chg="modGraphic">
          <ac:chgData name="Daniel Cregg" userId="a4417ebc-d1f9-4266-8a6c-2c7f21bbea7f" providerId="ADAL" clId="{B41FF6A5-8EE3-453F-9467-07EDEFDD4E20}" dt="2026-09-27T22:24:37.494" v="296"/>
          <ac:graphicFrameMkLst>
            <pc:docMk/>
            <pc:sldMk cId="1479460897" sldId="402"/>
            <ac:graphicFrameMk id="4" creationId="{00000000-0000-0000-0000-000000000000}"/>
          </ac:graphicFrameMkLst>
        </pc:graphicFrameChg>
      </pc:sldChg>
      <pc:sldChg chg="modSp add del mod">
        <pc:chgData name="Daniel Cregg" userId="a4417ebc-d1f9-4266-8a6c-2c7f21bbea7f" providerId="ADAL" clId="{B41FF6A5-8EE3-453F-9467-07EDEFDD4E20}" dt="2026-09-27T22:28:45.677" v="358"/>
        <pc:sldMkLst>
          <pc:docMk/>
          <pc:sldMk cId="165372959" sldId="403"/>
        </pc:sldMkLst>
        <pc:spChg chg="mod">
          <ac:chgData name="Daniel Cregg" userId="a4417ebc-d1f9-4266-8a6c-2c7f21bbea7f" providerId="ADAL" clId="{B41FF6A5-8EE3-453F-9467-07EDEFDD4E20}" dt="2026-09-27T22:24:49.427" v="301" actId="27636"/>
          <ac:spMkLst>
            <pc:docMk/>
            <pc:sldMk cId="165372959" sldId="403"/>
            <ac:spMk id="3" creationId="{00000000-0000-0000-0000-000000000000}"/>
          </ac:spMkLst>
        </pc:spChg>
      </pc:sldChg>
      <pc:sldChg chg="modSp add del mod">
        <pc:chgData name="Daniel Cregg" userId="a4417ebc-d1f9-4266-8a6c-2c7f21bbea7f" providerId="ADAL" clId="{B41FF6A5-8EE3-453F-9467-07EDEFDD4E20}" dt="2026-09-27T22:28:45.962" v="365"/>
        <pc:sldMkLst>
          <pc:docMk/>
          <pc:sldMk cId="2778165835" sldId="404"/>
        </pc:sldMkLst>
        <pc:spChg chg="mod">
          <ac:chgData name="Daniel Cregg" userId="a4417ebc-d1f9-4266-8a6c-2c7f21bbea7f" providerId="ADAL" clId="{B41FF6A5-8EE3-453F-9467-07EDEFDD4E20}" dt="2026-09-27T22:25:47.559" v="304"/>
          <ac:spMkLst>
            <pc:docMk/>
            <pc:sldMk cId="2778165835" sldId="404"/>
            <ac:spMk id="20" creationId="{00000000-0000-0000-0000-000000000000}"/>
          </ac:spMkLst>
        </pc:spChg>
        <pc:spChg chg="mod">
          <ac:chgData name="Daniel Cregg" userId="a4417ebc-d1f9-4266-8a6c-2c7f21bbea7f" providerId="ADAL" clId="{B41FF6A5-8EE3-453F-9467-07EDEFDD4E20}" dt="2026-09-27T22:25:47.559" v="306"/>
          <ac:spMkLst>
            <pc:docMk/>
            <pc:sldMk cId="2778165835" sldId="404"/>
            <ac:spMk id="21" creationId="{00000000-0000-0000-0000-000000000000}"/>
          </ac:spMkLst>
        </pc:spChg>
        <pc:spChg chg="mod">
          <ac:chgData name="Daniel Cregg" userId="a4417ebc-d1f9-4266-8a6c-2c7f21bbea7f" providerId="ADAL" clId="{B41FF6A5-8EE3-453F-9467-07EDEFDD4E20}" dt="2026-09-27T22:25:47.559" v="308"/>
          <ac:spMkLst>
            <pc:docMk/>
            <pc:sldMk cId="2778165835" sldId="404"/>
            <ac:spMk id="22" creationId="{00000000-0000-0000-0000-000000000000}"/>
          </ac:spMkLst>
        </pc:spChg>
        <pc:spChg chg="mod">
          <ac:chgData name="Daniel Cregg" userId="a4417ebc-d1f9-4266-8a6c-2c7f21bbea7f" providerId="ADAL" clId="{B41FF6A5-8EE3-453F-9467-07EDEFDD4E20}" dt="2026-09-27T22:25:47.559" v="310"/>
          <ac:spMkLst>
            <pc:docMk/>
            <pc:sldMk cId="2778165835" sldId="404"/>
            <ac:spMk id="23" creationId="{00000000-0000-0000-0000-000000000000}"/>
          </ac:spMkLst>
        </pc:spChg>
        <pc:spChg chg="mod">
          <ac:chgData name="Daniel Cregg" userId="a4417ebc-d1f9-4266-8a6c-2c7f21bbea7f" providerId="ADAL" clId="{B41FF6A5-8EE3-453F-9467-07EDEFDD4E20}" dt="2026-09-27T22:25:47.559" v="312"/>
          <ac:spMkLst>
            <pc:docMk/>
            <pc:sldMk cId="2778165835" sldId="404"/>
            <ac:spMk id="24" creationId="{00000000-0000-0000-0000-000000000000}"/>
          </ac:spMkLst>
        </pc:spChg>
        <pc:spChg chg="mod">
          <ac:chgData name="Daniel Cregg" userId="a4417ebc-d1f9-4266-8a6c-2c7f21bbea7f" providerId="ADAL" clId="{B41FF6A5-8EE3-453F-9467-07EDEFDD4E20}" dt="2026-09-27T22:25:47.559" v="313"/>
          <ac:spMkLst>
            <pc:docMk/>
            <pc:sldMk cId="2778165835" sldId="404"/>
            <ac:spMk id="30" creationId="{00000000-0000-0000-0000-000000000000}"/>
          </ac:spMkLst>
        </pc:spChg>
      </pc:sldChg>
      <pc:sldChg chg="add del">
        <pc:chgData name="Daniel Cregg" userId="a4417ebc-d1f9-4266-8a6c-2c7f21bbea7f" providerId="ADAL" clId="{B41FF6A5-8EE3-453F-9467-07EDEFDD4E20}" dt="2026-09-27T22:26:23.976" v="317"/>
        <pc:sldMkLst>
          <pc:docMk/>
          <pc:sldMk cId="2582848629" sldId="405"/>
        </pc:sldMkLst>
      </pc:sldChg>
      <pc:sldChg chg="modSp add del mod">
        <pc:chgData name="Daniel Cregg" userId="a4417ebc-d1f9-4266-8a6c-2c7f21bbea7f" providerId="ADAL" clId="{B41FF6A5-8EE3-453F-9467-07EDEFDD4E20}" dt="2026-09-27T22:26:42.997" v="324"/>
        <pc:sldMkLst>
          <pc:docMk/>
          <pc:sldMk cId="3817257035" sldId="406"/>
        </pc:sldMkLst>
        <pc:spChg chg="mod">
          <ac:chgData name="Daniel Cregg" userId="a4417ebc-d1f9-4266-8a6c-2c7f21bbea7f" providerId="ADAL" clId="{B41FF6A5-8EE3-453F-9467-07EDEFDD4E20}" dt="2026-09-27T22:26:41.842" v="319"/>
          <ac:spMkLst>
            <pc:docMk/>
            <pc:sldMk cId="3817257035" sldId="406"/>
            <ac:spMk id="20" creationId="{00000000-0000-0000-0000-000000000000}"/>
          </ac:spMkLst>
        </pc:spChg>
        <pc:spChg chg="mod">
          <ac:chgData name="Daniel Cregg" userId="a4417ebc-d1f9-4266-8a6c-2c7f21bbea7f" providerId="ADAL" clId="{B41FF6A5-8EE3-453F-9467-07EDEFDD4E20}" dt="2026-09-27T22:26:41.842" v="321"/>
          <ac:spMkLst>
            <pc:docMk/>
            <pc:sldMk cId="3817257035" sldId="406"/>
            <ac:spMk id="21" creationId="{00000000-0000-0000-0000-000000000000}"/>
          </ac:spMkLst>
        </pc:spChg>
        <pc:spChg chg="mod">
          <ac:chgData name="Daniel Cregg" userId="a4417ebc-d1f9-4266-8a6c-2c7f21bbea7f" providerId="ADAL" clId="{B41FF6A5-8EE3-453F-9467-07EDEFDD4E20}" dt="2026-09-27T22:26:41.842" v="322"/>
          <ac:spMkLst>
            <pc:docMk/>
            <pc:sldMk cId="3817257035" sldId="406"/>
            <ac:spMk id="22" creationId="{00000000-0000-0000-0000-000000000000}"/>
          </ac:spMkLst>
        </pc:spChg>
      </pc:sldChg>
      <pc:sldChg chg="add del">
        <pc:chgData name="Daniel Cregg" userId="a4417ebc-d1f9-4266-8a6c-2c7f21bbea7f" providerId="ADAL" clId="{B41FF6A5-8EE3-453F-9467-07EDEFDD4E20}" dt="2026-09-27T22:28:46.277" v="367"/>
        <pc:sldMkLst>
          <pc:docMk/>
          <pc:sldMk cId="3040464854" sldId="407"/>
        </pc:sldMkLst>
      </pc:sldChg>
      <pc:sldChg chg="modSp add mod">
        <pc:chgData name="Daniel Cregg" userId="a4417ebc-d1f9-4266-8a6c-2c7f21bbea7f" providerId="ADAL" clId="{B41FF6A5-8EE3-453F-9467-07EDEFDD4E20}" dt="2026-09-27T22:28:34.881" v="327" actId="27636"/>
        <pc:sldMkLst>
          <pc:docMk/>
          <pc:sldMk cId="3283716310" sldId="408"/>
        </pc:sldMkLst>
        <pc:spChg chg="mod">
          <ac:chgData name="Daniel Cregg" userId="a4417ebc-d1f9-4266-8a6c-2c7f21bbea7f" providerId="ADAL" clId="{B41FF6A5-8EE3-453F-9467-07EDEFDD4E20}" dt="2026-09-27T22:28:34.881" v="327" actId="27636"/>
          <ac:spMkLst>
            <pc:docMk/>
            <pc:sldMk cId="3283716310" sldId="408"/>
            <ac:spMk id="3" creationId="{00000000-0000-0000-0000-000000000000}"/>
          </ac:spMkLst>
        </pc:spChg>
      </pc:sldChg>
      <pc:sldChg chg="add">
        <pc:chgData name="Daniel Cregg" userId="a4417ebc-d1f9-4266-8a6c-2c7f21bbea7f" providerId="ADAL" clId="{B41FF6A5-8EE3-453F-9467-07EDEFDD4E20}" dt="2026-09-27T22:28:42.547" v="328"/>
        <pc:sldMkLst>
          <pc:docMk/>
          <pc:sldMk cId="3155936822" sldId="409"/>
        </pc:sldMkLst>
      </pc:sldChg>
      <pc:sldChg chg="add">
        <pc:chgData name="Daniel Cregg" userId="a4417ebc-d1f9-4266-8a6c-2c7f21bbea7f" providerId="ADAL" clId="{B41FF6A5-8EE3-453F-9467-07EDEFDD4E20}" dt="2026-09-27T22:28:42.744" v="330"/>
        <pc:sldMkLst>
          <pc:docMk/>
          <pc:sldMk cId="121034154" sldId="410"/>
        </pc:sldMkLst>
      </pc:sldChg>
      <pc:sldChg chg="modSp add mod">
        <pc:chgData name="Daniel Cregg" userId="a4417ebc-d1f9-4266-8a6c-2c7f21bbea7f" providerId="ADAL" clId="{B41FF6A5-8EE3-453F-9467-07EDEFDD4E20}" dt="2026-09-27T22:28:43.083" v="334" actId="27636"/>
        <pc:sldMkLst>
          <pc:docMk/>
          <pc:sldMk cId="1011072232" sldId="411"/>
        </pc:sldMkLst>
        <pc:spChg chg="mod">
          <ac:chgData name="Daniel Cregg" userId="a4417ebc-d1f9-4266-8a6c-2c7f21bbea7f" providerId="ADAL" clId="{B41FF6A5-8EE3-453F-9467-07EDEFDD4E20}" dt="2026-09-27T22:28:43.083" v="334" actId="27636"/>
          <ac:spMkLst>
            <pc:docMk/>
            <pc:sldMk cId="1011072232" sldId="411"/>
            <ac:spMk id="5" creationId="{00000000-0000-0000-0000-000000000000}"/>
          </ac:spMkLst>
        </pc:spChg>
      </pc:sldChg>
      <pc:sldChg chg="add">
        <pc:chgData name="Daniel Cregg" userId="a4417ebc-d1f9-4266-8a6c-2c7f21bbea7f" providerId="ADAL" clId="{B41FF6A5-8EE3-453F-9467-07EDEFDD4E20}" dt="2026-09-27T22:28:43.244" v="335"/>
        <pc:sldMkLst>
          <pc:docMk/>
          <pc:sldMk cId="891217585" sldId="412"/>
        </pc:sldMkLst>
      </pc:sldChg>
      <pc:sldChg chg="modSp add mod">
        <pc:chgData name="Daniel Cregg" userId="a4417ebc-d1f9-4266-8a6c-2c7f21bbea7f" providerId="ADAL" clId="{B41FF6A5-8EE3-453F-9467-07EDEFDD4E20}" dt="2026-09-27T22:28:43.628" v="340" actId="27636"/>
        <pc:sldMkLst>
          <pc:docMk/>
          <pc:sldMk cId="1852693151" sldId="413"/>
        </pc:sldMkLst>
        <pc:spChg chg="mod">
          <ac:chgData name="Daniel Cregg" userId="a4417ebc-d1f9-4266-8a6c-2c7f21bbea7f" providerId="ADAL" clId="{B41FF6A5-8EE3-453F-9467-07EDEFDD4E20}" dt="2026-09-27T22:28:43.628" v="340" actId="27636"/>
          <ac:spMkLst>
            <pc:docMk/>
            <pc:sldMk cId="1852693151" sldId="413"/>
            <ac:spMk id="3" creationId="{00000000-0000-0000-0000-000000000000}"/>
          </ac:spMkLst>
        </pc:spChg>
        <pc:spChg chg="mod">
          <ac:chgData name="Daniel Cregg" userId="a4417ebc-d1f9-4266-8a6c-2c7f21bbea7f" providerId="ADAL" clId="{B41FF6A5-8EE3-453F-9467-07EDEFDD4E20}" dt="2026-09-27T22:28:43.628" v="339" actId="27636"/>
          <ac:spMkLst>
            <pc:docMk/>
            <pc:sldMk cId="1852693151" sldId="413"/>
            <ac:spMk id="5" creationId="{00000000-0000-0000-0000-000000000000}"/>
          </ac:spMkLst>
        </pc:spChg>
      </pc:sldChg>
      <pc:sldChg chg="modSp add mod">
        <pc:chgData name="Daniel Cregg" userId="a4417ebc-d1f9-4266-8a6c-2c7f21bbea7f" providerId="ADAL" clId="{B41FF6A5-8EE3-453F-9467-07EDEFDD4E20}" dt="2026-09-27T22:28:44.142" v="346"/>
        <pc:sldMkLst>
          <pc:docMk/>
          <pc:sldMk cId="2258209481" sldId="414"/>
        </pc:sldMkLst>
        <pc:graphicFrameChg chg="modGraphic">
          <ac:chgData name="Daniel Cregg" userId="a4417ebc-d1f9-4266-8a6c-2c7f21bbea7f" providerId="ADAL" clId="{B41FF6A5-8EE3-453F-9467-07EDEFDD4E20}" dt="2026-09-27T22:28:44.142" v="346"/>
          <ac:graphicFrameMkLst>
            <pc:docMk/>
            <pc:sldMk cId="2258209481" sldId="414"/>
            <ac:graphicFrameMk id="4" creationId="{00000000-0000-0000-0000-000000000000}"/>
          </ac:graphicFrameMkLst>
        </pc:graphicFrameChg>
      </pc:sldChg>
      <pc:sldChg chg="add">
        <pc:chgData name="Daniel Cregg" userId="a4417ebc-d1f9-4266-8a6c-2c7f21bbea7f" providerId="ADAL" clId="{B41FF6A5-8EE3-453F-9467-07EDEFDD4E20}" dt="2026-09-27T22:28:44.239" v="347"/>
        <pc:sldMkLst>
          <pc:docMk/>
          <pc:sldMk cId="3905163502" sldId="415"/>
        </pc:sldMkLst>
      </pc:sldChg>
      <pc:sldChg chg="add">
        <pc:chgData name="Daniel Cregg" userId="a4417ebc-d1f9-4266-8a6c-2c7f21bbea7f" providerId="ADAL" clId="{B41FF6A5-8EE3-453F-9467-07EDEFDD4E20}" dt="2026-09-27T22:28:44.578" v="349"/>
        <pc:sldMkLst>
          <pc:docMk/>
          <pc:sldMk cId="1447924885" sldId="416"/>
        </pc:sldMkLst>
      </pc:sldChg>
      <pc:sldChg chg="add">
        <pc:chgData name="Daniel Cregg" userId="a4417ebc-d1f9-4266-8a6c-2c7f21bbea7f" providerId="ADAL" clId="{B41FF6A5-8EE3-453F-9467-07EDEFDD4E20}" dt="2026-09-27T22:28:44.812" v="351"/>
        <pc:sldMkLst>
          <pc:docMk/>
          <pc:sldMk cId="2118003021" sldId="417"/>
        </pc:sldMkLst>
      </pc:sldChg>
      <pc:sldChg chg="add">
        <pc:chgData name="Daniel Cregg" userId="a4417ebc-d1f9-4266-8a6c-2c7f21bbea7f" providerId="ADAL" clId="{B41FF6A5-8EE3-453F-9467-07EDEFDD4E20}" dt="2026-09-27T22:28:45.162" v="353"/>
        <pc:sldMkLst>
          <pc:docMk/>
          <pc:sldMk cId="1696346781" sldId="418"/>
        </pc:sldMkLst>
      </pc:sldChg>
      <pc:sldChg chg="add">
        <pc:chgData name="Daniel Cregg" userId="a4417ebc-d1f9-4266-8a6c-2c7f21bbea7f" providerId="ADAL" clId="{B41FF6A5-8EE3-453F-9467-07EDEFDD4E20}" dt="2026-09-27T22:28:45.378" v="355"/>
        <pc:sldMkLst>
          <pc:docMk/>
          <pc:sldMk cId="2667270624" sldId="419"/>
        </pc:sldMkLst>
      </pc:sldChg>
      <pc:sldChg chg="modSp add mod">
        <pc:chgData name="Daniel Cregg" userId="a4417ebc-d1f9-4266-8a6c-2c7f21bbea7f" providerId="ADAL" clId="{B41FF6A5-8EE3-453F-9467-07EDEFDD4E20}" dt="2026-09-27T22:28:45.861" v="363"/>
        <pc:sldMkLst>
          <pc:docMk/>
          <pc:sldMk cId="3241066614" sldId="420"/>
        </pc:sldMkLst>
        <pc:graphicFrameChg chg="modGraphic">
          <ac:chgData name="Daniel Cregg" userId="a4417ebc-d1f9-4266-8a6c-2c7f21bbea7f" providerId="ADAL" clId="{B41FF6A5-8EE3-453F-9467-07EDEFDD4E20}" dt="2026-09-27T22:28:45.861" v="363"/>
          <ac:graphicFrameMkLst>
            <pc:docMk/>
            <pc:sldMk cId="3241066614" sldId="420"/>
            <ac:graphicFrameMk id="4" creationId="{00000000-0000-0000-0000-000000000000}"/>
          </ac:graphicFrameMkLst>
        </pc:graphicFrameChg>
      </pc:sldChg>
      <pc:sldChg chg="add">
        <pc:chgData name="Daniel Cregg" userId="a4417ebc-d1f9-4266-8a6c-2c7f21bbea7f" providerId="ADAL" clId="{B41FF6A5-8EE3-453F-9467-07EDEFDD4E20}" dt="2026-09-27T22:28:45.962" v="364"/>
        <pc:sldMkLst>
          <pc:docMk/>
          <pc:sldMk cId="55257993" sldId="421"/>
        </pc:sldMkLst>
      </pc:sldChg>
      <pc:sldChg chg="add del">
        <pc:chgData name="Daniel Cregg" userId="a4417ebc-d1f9-4266-8a6c-2c7f21bbea7f" providerId="ADAL" clId="{B41FF6A5-8EE3-453F-9467-07EDEFDD4E20}" dt="2026-09-27T22:28:58.445" v="371"/>
        <pc:sldMkLst>
          <pc:docMk/>
          <pc:sldMk cId="80132178" sldId="422"/>
        </pc:sldMkLst>
      </pc:sldChg>
      <pc:sldChg chg="add del">
        <pc:chgData name="Daniel Cregg" userId="a4417ebc-d1f9-4266-8a6c-2c7f21bbea7f" providerId="ADAL" clId="{B41FF6A5-8EE3-453F-9467-07EDEFDD4E20}" dt="2026-09-27T22:29:11.454" v="404"/>
        <pc:sldMkLst>
          <pc:docMk/>
          <pc:sldMk cId="2602896841" sldId="423"/>
        </pc:sldMkLst>
      </pc:sldChg>
      <pc:sldChg chg="add del">
        <pc:chgData name="Daniel Cregg" userId="a4417ebc-d1f9-4266-8a6c-2c7f21bbea7f" providerId="ADAL" clId="{B41FF6A5-8EE3-453F-9467-07EDEFDD4E20}" dt="2026-09-27T22:29:36.128" v="408"/>
        <pc:sldMkLst>
          <pc:docMk/>
          <pc:sldMk cId="455886663" sldId="424"/>
        </pc:sldMkLst>
      </pc:sldChg>
      <pc:sldChg chg="add">
        <pc:chgData name="Daniel Cregg" userId="a4417ebc-d1f9-4266-8a6c-2c7f21bbea7f" providerId="ADAL" clId="{B41FF6A5-8EE3-453F-9467-07EDEFDD4E20}" dt="2026-09-27T22:28:58.611" v="372"/>
        <pc:sldMkLst>
          <pc:docMk/>
          <pc:sldMk cId="622464775" sldId="425"/>
        </pc:sldMkLst>
      </pc:sldChg>
      <pc:sldChg chg="add">
        <pc:chgData name="Daniel Cregg" userId="a4417ebc-d1f9-4266-8a6c-2c7f21bbea7f" providerId="ADAL" clId="{B41FF6A5-8EE3-453F-9467-07EDEFDD4E20}" dt="2026-09-27T22:28:58.843" v="374"/>
        <pc:sldMkLst>
          <pc:docMk/>
          <pc:sldMk cId="103475406" sldId="426"/>
        </pc:sldMkLst>
      </pc:sldChg>
      <pc:sldChg chg="add">
        <pc:chgData name="Daniel Cregg" userId="a4417ebc-d1f9-4266-8a6c-2c7f21bbea7f" providerId="ADAL" clId="{B41FF6A5-8EE3-453F-9467-07EDEFDD4E20}" dt="2026-09-27T22:28:59.127" v="376"/>
        <pc:sldMkLst>
          <pc:docMk/>
          <pc:sldMk cId="2301890488" sldId="427"/>
        </pc:sldMkLst>
      </pc:sldChg>
      <pc:sldChg chg="add">
        <pc:chgData name="Daniel Cregg" userId="a4417ebc-d1f9-4266-8a6c-2c7f21bbea7f" providerId="ADAL" clId="{B41FF6A5-8EE3-453F-9467-07EDEFDD4E20}" dt="2026-09-27T22:28:59.429" v="378"/>
        <pc:sldMkLst>
          <pc:docMk/>
          <pc:sldMk cId="2668311137" sldId="428"/>
        </pc:sldMkLst>
      </pc:sldChg>
      <pc:sldChg chg="add">
        <pc:chgData name="Daniel Cregg" userId="a4417ebc-d1f9-4266-8a6c-2c7f21bbea7f" providerId="ADAL" clId="{B41FF6A5-8EE3-453F-9467-07EDEFDD4E20}" dt="2026-09-27T22:28:59.661" v="380"/>
        <pc:sldMkLst>
          <pc:docMk/>
          <pc:sldMk cId="4111627653" sldId="429"/>
        </pc:sldMkLst>
      </pc:sldChg>
      <pc:sldChg chg="add del">
        <pc:chgData name="Daniel Cregg" userId="a4417ebc-d1f9-4266-8a6c-2c7f21bbea7f" providerId="ADAL" clId="{B41FF6A5-8EE3-453F-9467-07EDEFDD4E20}" dt="2026-09-27T22:29:09.444" v="385"/>
        <pc:sldMkLst>
          <pc:docMk/>
          <pc:sldMk cId="436564950" sldId="430"/>
        </pc:sldMkLst>
      </pc:sldChg>
      <pc:sldChg chg="add">
        <pc:chgData name="Daniel Cregg" userId="a4417ebc-d1f9-4266-8a6c-2c7f21bbea7f" providerId="ADAL" clId="{B41FF6A5-8EE3-453F-9467-07EDEFDD4E20}" dt="2026-09-27T22:29:09.439" v="384"/>
        <pc:sldMkLst>
          <pc:docMk/>
          <pc:sldMk cId="1866282979" sldId="431"/>
        </pc:sldMkLst>
      </pc:sldChg>
      <pc:sldChg chg="add">
        <pc:chgData name="Daniel Cregg" userId="a4417ebc-d1f9-4266-8a6c-2c7f21bbea7f" providerId="ADAL" clId="{B41FF6A5-8EE3-453F-9467-07EDEFDD4E20}" dt="2026-09-27T22:29:09.583" v="386"/>
        <pc:sldMkLst>
          <pc:docMk/>
          <pc:sldMk cId="3396720904" sldId="432"/>
        </pc:sldMkLst>
      </pc:sldChg>
      <pc:sldChg chg="modSp add mod">
        <pc:chgData name="Daniel Cregg" userId="a4417ebc-d1f9-4266-8a6c-2c7f21bbea7f" providerId="ADAL" clId="{B41FF6A5-8EE3-453F-9467-07EDEFDD4E20}" dt="2026-09-27T22:29:09.977" v="394"/>
        <pc:sldMkLst>
          <pc:docMk/>
          <pc:sldMk cId="833150612" sldId="433"/>
        </pc:sldMkLst>
        <pc:graphicFrameChg chg="modGraphic">
          <ac:chgData name="Daniel Cregg" userId="a4417ebc-d1f9-4266-8a6c-2c7f21bbea7f" providerId="ADAL" clId="{B41FF6A5-8EE3-453F-9467-07EDEFDD4E20}" dt="2026-09-27T22:29:09.977" v="394"/>
          <ac:graphicFrameMkLst>
            <pc:docMk/>
            <pc:sldMk cId="833150612" sldId="433"/>
            <ac:graphicFrameMk id="4" creationId="{00000000-0000-0000-0000-000000000000}"/>
          </ac:graphicFrameMkLst>
        </pc:graphicFrameChg>
      </pc:sldChg>
      <pc:sldChg chg="add">
        <pc:chgData name="Daniel Cregg" userId="a4417ebc-d1f9-4266-8a6c-2c7f21bbea7f" providerId="ADAL" clId="{B41FF6A5-8EE3-453F-9467-07EDEFDD4E20}" dt="2026-09-27T22:29:10.194" v="395"/>
        <pc:sldMkLst>
          <pc:docMk/>
          <pc:sldMk cId="586435191" sldId="434"/>
        </pc:sldMkLst>
      </pc:sldChg>
      <pc:sldChg chg="add">
        <pc:chgData name="Daniel Cregg" userId="a4417ebc-d1f9-4266-8a6c-2c7f21bbea7f" providerId="ADAL" clId="{B41FF6A5-8EE3-453F-9467-07EDEFDD4E20}" dt="2026-09-27T22:29:10.445" v="397"/>
        <pc:sldMkLst>
          <pc:docMk/>
          <pc:sldMk cId="2988203029" sldId="435"/>
        </pc:sldMkLst>
      </pc:sldChg>
      <pc:sldChg chg="add">
        <pc:chgData name="Daniel Cregg" userId="a4417ebc-d1f9-4266-8a6c-2c7f21bbea7f" providerId="ADAL" clId="{B41FF6A5-8EE3-453F-9467-07EDEFDD4E20}" dt="2026-09-27T22:29:10.694" v="399"/>
        <pc:sldMkLst>
          <pc:docMk/>
          <pc:sldMk cId="4089790590" sldId="436"/>
        </pc:sldMkLst>
      </pc:sldChg>
      <pc:sldChg chg="add">
        <pc:chgData name="Daniel Cregg" userId="a4417ebc-d1f9-4266-8a6c-2c7f21bbea7f" providerId="ADAL" clId="{B41FF6A5-8EE3-453F-9467-07EDEFDD4E20}" dt="2026-09-27T22:29:11.017" v="401"/>
        <pc:sldMkLst>
          <pc:docMk/>
          <pc:sldMk cId="3555652710" sldId="437"/>
        </pc:sldMkLst>
      </pc:sldChg>
      <pc:sldChg chg="modSp add mod">
        <pc:chgData name="Daniel Cregg" userId="a4417ebc-d1f9-4266-8a6c-2c7f21bbea7f" providerId="ADAL" clId="{B41FF6A5-8EE3-453F-9467-07EDEFDD4E20}" dt="2026-09-27T22:29:11.490" v="406" actId="27636"/>
        <pc:sldMkLst>
          <pc:docMk/>
          <pc:sldMk cId="1249640325" sldId="438"/>
        </pc:sldMkLst>
        <pc:spChg chg="mod">
          <ac:chgData name="Daniel Cregg" userId="a4417ebc-d1f9-4266-8a6c-2c7f21bbea7f" providerId="ADAL" clId="{B41FF6A5-8EE3-453F-9467-07EDEFDD4E20}" dt="2026-09-27T22:29:11.488" v="405" actId="27636"/>
          <ac:spMkLst>
            <pc:docMk/>
            <pc:sldMk cId="1249640325" sldId="438"/>
            <ac:spMk id="4" creationId="{00000000-0000-0000-0000-000000000000}"/>
          </ac:spMkLst>
        </pc:spChg>
        <pc:spChg chg="mod">
          <ac:chgData name="Daniel Cregg" userId="a4417ebc-d1f9-4266-8a6c-2c7f21bbea7f" providerId="ADAL" clId="{B41FF6A5-8EE3-453F-9467-07EDEFDD4E20}" dt="2026-09-27T22:29:11.490" v="406" actId="27636"/>
          <ac:spMkLst>
            <pc:docMk/>
            <pc:sldMk cId="1249640325" sldId="438"/>
            <ac:spMk id="6" creationId="{00000000-0000-0000-0000-000000000000}"/>
          </ac:spMkLst>
        </pc:spChg>
      </pc:sldChg>
      <pc:sldChg chg="add">
        <pc:chgData name="Daniel Cregg" userId="a4417ebc-d1f9-4266-8a6c-2c7f21bbea7f" providerId="ADAL" clId="{B41FF6A5-8EE3-453F-9467-07EDEFDD4E20}" dt="2026-09-27T22:29:36.128" v="407"/>
        <pc:sldMkLst>
          <pc:docMk/>
          <pc:sldMk cId="3385643009" sldId="439"/>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Tokens per 100 words</c:v>
                </c:pt>
              </c:strCache>
            </c:strRef>
          </c:tx>
          <c:spPr>
            <a:solidFill>
              <a:schemeClr val="accent1"/>
            </a:solidFill>
          </c:spPr>
          <c:invertIfNegative val="0"/>
          <c:dPt>
            <c:idx val="3"/>
            <c:invertIfNegative val="0"/>
            <c:bubble3D val="0"/>
            <c:spPr>
              <a:solidFill>
                <a:schemeClr val="accent2"/>
              </a:solidFill>
            </c:spPr>
            <c:extLst>
              <c:ext xmlns:c16="http://schemas.microsoft.com/office/drawing/2014/chart" uri="{C3380CC4-5D6E-409C-BE32-E72D297353CC}">
                <c16:uniqueId val="{00000001-6475-47B8-ACDC-B05F4408A8EB}"/>
              </c:ext>
            </c:extLst>
          </c:dPt>
          <c:dLbls>
            <c:numFmt formatCode="0" sourceLinked="0"/>
            <c:spPr>
              <a:noFill/>
              <a:ln>
                <a:noFill/>
              </a:ln>
              <a:effectLst/>
            </c:spPr>
            <c:txPr>
              <a:bodyPr/>
              <a:lstStyle/>
              <a:p>
                <a:pPr>
                  <a:defRPr sz="14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English prose</c:v>
                </c:pt>
                <c:pt idx="1">
                  <c:v>JSON</c:v>
                </c:pt>
                <c:pt idx="2">
                  <c:v>Python source</c:v>
                </c:pt>
                <c:pt idx="3">
                  <c:v>Python traceback</c:v>
                </c:pt>
              </c:strCache>
            </c:strRef>
          </c:cat>
          <c:val>
            <c:numRef>
              <c:f>Sheet1!$B$2:$B$5</c:f>
              <c:numCache>
                <c:formatCode>0</c:formatCode>
                <c:ptCount val="4"/>
                <c:pt idx="0">
                  <c:v>125.2</c:v>
                </c:pt>
                <c:pt idx="1">
                  <c:v>158.1</c:v>
                </c:pt>
                <c:pt idx="2">
                  <c:v>191.3</c:v>
                </c:pt>
                <c:pt idx="3">
                  <c:v>267.7</c:v>
                </c:pt>
              </c:numCache>
            </c:numRef>
          </c:val>
          <c:extLst>
            <c:ext xmlns:c16="http://schemas.microsoft.com/office/drawing/2014/chart" uri="{C3380CC4-5D6E-409C-BE32-E72D297353CC}">
              <c16:uniqueId val="{00000002-6475-47B8-ACDC-B05F4408A8EB}"/>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ED8C9"/>
            </a:solidFill>
          </a:ln>
        </c:spPr>
        <c:txPr>
          <a:bodyPr/>
          <a:lstStyle/>
          <a:p>
            <a:pPr>
              <a:defRPr sz="1400"/>
            </a:pPr>
            <a:endParaRPr lang="en-US"/>
          </a:p>
        </c:txPr>
        <c:crossAx val="-2113994440"/>
        <c:crosses val="autoZero"/>
        <c:auto val="1"/>
        <c:lblAlgn val="ctr"/>
        <c:lblOffset val="100"/>
        <c:noMultiLvlLbl val="0"/>
      </c:catAx>
      <c:valAx>
        <c:axId val="-2113994440"/>
        <c:scaling>
          <c:orientation val="minMax"/>
          <c:min val="0"/>
        </c:scaling>
        <c:delete val="0"/>
        <c:axPos val="l"/>
        <c:majorGridlines>
          <c:spPr>
            <a:ln w="9525">
              <a:solidFill>
                <a:srgbClr val="DED8C9"/>
              </a:solidFill>
            </a:ln>
          </c:spPr>
        </c:majorGridlines>
        <c:title>
          <c:tx>
            <c:rich>
              <a:bodyPr/>
              <a:lstStyle/>
              <a:p>
                <a:r>
                  <a:rPr lang="en-IE" sz="1200" b="0"/>
                  <a:t>tokens per 100 words</a:t>
                </a:r>
              </a:p>
            </c:rich>
          </c:tx>
          <c:overlay val="0"/>
        </c:title>
        <c:numFmt formatCode="0" sourceLinked="0"/>
        <c:majorTickMark val="out"/>
        <c:minorTickMark val="none"/>
        <c:tickLblPos val="nextTo"/>
        <c:spPr>
          <a:ln>
            <a:noFill/>
          </a:ln>
        </c:spPr>
        <c:txPr>
          <a:bodyPr/>
          <a:lstStyle/>
          <a:p>
            <a:pPr>
              <a:defRPr sz="1200">
                <a:solidFill>
                  <a:schemeClr val="tx2"/>
                </a:solidFill>
              </a:defRPr>
            </a:pPr>
            <a:endParaRPr lang="en-US"/>
          </a:p>
        </c:txPr>
        <c:crossAx val="-2068027336"/>
        <c:crosses val="autoZero"/>
        <c:crossBetween val="between"/>
      </c:valAx>
    </c:plotArea>
    <c:plotVisOnly val="1"/>
    <c:dispBlanksAs val="gap"/>
    <c:showDLblsOverMax val="1"/>
  </c:chart>
  <c:txPr>
    <a:bodyPr/>
    <a:lstStyle/>
    <a:p>
      <a:pPr>
        <a:defRPr sz="1400">
          <a:solidFill>
            <a:schemeClr val="tx1"/>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vague prompt, run 1</c:v>
                </c:pt>
              </c:strCache>
            </c:strRef>
          </c:tx>
          <c:spPr>
            <a:solidFill>
              <a:schemeClr val="accent2"/>
            </a:solidFill>
          </c:spPr>
          <c:invertIfNegative val="0"/>
          <c:dLbls>
            <c:numFmt formatCode="0" sourceLinked="0"/>
            <c:spPr>
              <a:noFill/>
              <a:ln>
                <a:noFill/>
              </a:ln>
              <a:effectLst/>
            </c:spPr>
            <c:txPr>
              <a:bodyPr/>
              <a:lstStyle/>
              <a:p>
                <a:pPr>
                  <a:defRPr sz="14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GLM-5.3</c:v>
                </c:pt>
                <c:pt idx="1">
                  <c:v>Gemini 3.6 Flash</c:v>
                </c:pt>
                <c:pt idx="2">
                  <c:v>Gemini 2.5 Flash</c:v>
                </c:pt>
              </c:strCache>
            </c:strRef>
          </c:cat>
          <c:val>
            <c:numRef>
              <c:f>Sheet1!$B$2:$B$4</c:f>
              <c:numCache>
                <c:formatCode>0</c:formatCode>
                <c:ptCount val="3"/>
                <c:pt idx="0">
                  <c:v>1</c:v>
                </c:pt>
                <c:pt idx="1">
                  <c:v>3</c:v>
                </c:pt>
                <c:pt idx="2">
                  <c:v>11</c:v>
                </c:pt>
              </c:numCache>
            </c:numRef>
          </c:val>
          <c:extLst>
            <c:ext xmlns:c16="http://schemas.microsoft.com/office/drawing/2014/chart" uri="{C3380CC4-5D6E-409C-BE32-E72D297353CC}">
              <c16:uniqueId val="{00000000-AFD7-45BA-846C-9BD0B0DCB692}"/>
            </c:ext>
          </c:extLst>
        </c:ser>
        <c:ser>
          <c:idx val="1"/>
          <c:order val="1"/>
          <c:tx>
            <c:strRef>
              <c:f>Sheet1!$C$1</c:f>
              <c:strCache>
                <c:ptCount val="1"/>
                <c:pt idx="0">
                  <c:v>vague prompt, run 2</c:v>
                </c:pt>
              </c:strCache>
            </c:strRef>
          </c:tx>
          <c:spPr>
            <a:solidFill>
              <a:schemeClr val="accent1"/>
            </a:solidFill>
          </c:spPr>
          <c:invertIfNegative val="0"/>
          <c:dLbls>
            <c:numFmt formatCode="0" sourceLinked="0"/>
            <c:spPr>
              <a:noFill/>
              <a:ln>
                <a:noFill/>
              </a:ln>
              <a:effectLst/>
            </c:spPr>
            <c:txPr>
              <a:bodyPr/>
              <a:lstStyle/>
              <a:p>
                <a:pPr>
                  <a:defRPr sz="14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GLM-5.3</c:v>
                </c:pt>
                <c:pt idx="1">
                  <c:v>Gemini 3.6 Flash</c:v>
                </c:pt>
                <c:pt idx="2">
                  <c:v>Gemini 2.5 Flash</c:v>
                </c:pt>
              </c:strCache>
            </c:strRef>
          </c:cat>
          <c:val>
            <c:numRef>
              <c:f>Sheet1!$C$2:$C$4</c:f>
              <c:numCache>
                <c:formatCode>0</c:formatCode>
                <c:ptCount val="3"/>
                <c:pt idx="0">
                  <c:v>1</c:v>
                </c:pt>
                <c:pt idx="1">
                  <c:v>3</c:v>
                </c:pt>
                <c:pt idx="2">
                  <c:v>4</c:v>
                </c:pt>
              </c:numCache>
            </c:numRef>
          </c:val>
          <c:extLst>
            <c:ext xmlns:c16="http://schemas.microsoft.com/office/drawing/2014/chart" uri="{C3380CC4-5D6E-409C-BE32-E72D297353CC}">
              <c16:uniqueId val="{00000001-AFD7-45BA-846C-9BD0B0DCB692}"/>
            </c:ext>
          </c:extLst>
        </c:ser>
        <c:ser>
          <c:idx val="2"/>
          <c:order val="2"/>
          <c:tx>
            <c:strRef>
              <c:f>Sheet1!$D$1</c:f>
              <c:strCache>
                <c:ptCount val="1"/>
                <c:pt idx="0">
                  <c:v>narrow prompt (next slide)</c:v>
                </c:pt>
              </c:strCache>
            </c:strRef>
          </c:tx>
          <c:spPr>
            <a:solidFill>
              <a:schemeClr val="accent3"/>
            </a:solidFill>
          </c:spPr>
          <c:invertIfNegative val="0"/>
          <c:dLbls>
            <c:numFmt formatCode="0" sourceLinked="0"/>
            <c:spPr>
              <a:noFill/>
              <a:ln>
                <a:noFill/>
              </a:ln>
              <a:effectLst/>
            </c:spPr>
            <c:txPr>
              <a:bodyPr/>
              <a:lstStyle/>
              <a:p>
                <a:pPr>
                  <a:defRPr sz="14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GLM-5.3</c:v>
                </c:pt>
                <c:pt idx="1">
                  <c:v>Gemini 3.6 Flash</c:v>
                </c:pt>
                <c:pt idx="2">
                  <c:v>Gemini 2.5 Flash</c:v>
                </c:pt>
              </c:strCache>
            </c:strRef>
          </c:cat>
          <c:val>
            <c:numRef>
              <c:f>Sheet1!$D$2:$D$4</c:f>
              <c:numCache>
                <c:formatCode>0</c:formatCode>
                <c:ptCount val="3"/>
                <c:pt idx="0">
                  <c:v>1</c:v>
                </c:pt>
                <c:pt idx="1">
                  <c:v>1</c:v>
                </c:pt>
                <c:pt idx="2">
                  <c:v>1</c:v>
                </c:pt>
              </c:numCache>
            </c:numRef>
          </c:val>
          <c:extLst>
            <c:ext xmlns:c16="http://schemas.microsoft.com/office/drawing/2014/chart" uri="{C3380CC4-5D6E-409C-BE32-E72D297353CC}">
              <c16:uniqueId val="{00000002-AFD7-45BA-846C-9BD0B0DCB692}"/>
            </c:ext>
          </c:extLst>
        </c:ser>
        <c:dLbls>
          <c:dLblPos val="outEnd"/>
          <c:showLegendKey val="0"/>
          <c:showVal val="1"/>
          <c:showCatName val="0"/>
          <c:showSerName val="0"/>
          <c:showPercent val="0"/>
          <c:showBubbleSize val="0"/>
        </c:dLbls>
        <c:gapWidth val="55"/>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ED8C9"/>
            </a:solidFill>
          </a:ln>
        </c:spPr>
        <c:txPr>
          <a:bodyPr/>
          <a:lstStyle/>
          <a:p>
            <a:pPr>
              <a:defRPr sz="1400"/>
            </a:pPr>
            <a:endParaRPr lang="en-US"/>
          </a:p>
        </c:txPr>
        <c:crossAx val="-2113994440"/>
        <c:crosses val="autoZero"/>
        <c:auto val="1"/>
        <c:lblAlgn val="ctr"/>
        <c:lblOffset val="100"/>
        <c:noMultiLvlLbl val="0"/>
      </c:catAx>
      <c:valAx>
        <c:axId val="-2113994440"/>
        <c:scaling>
          <c:orientation val="minMax"/>
          <c:min val="0"/>
        </c:scaling>
        <c:delete val="0"/>
        <c:axPos val="l"/>
        <c:majorGridlines>
          <c:spPr>
            <a:ln w="9525">
              <a:solidFill>
                <a:srgbClr val="DED8C9"/>
              </a:solidFill>
            </a:ln>
          </c:spPr>
        </c:majorGridlines>
        <c:title>
          <c:tx>
            <c:rich>
              <a:bodyPr/>
              <a:lstStyle/>
              <a:p>
                <a:r>
                  <a:rPr lang="en-US" sz="1200" b="0"/>
                  <a:t>lines changed for a one-line fix</a:t>
                </a:r>
              </a:p>
            </c:rich>
          </c:tx>
          <c:overlay val="0"/>
        </c:title>
        <c:numFmt formatCode="0" sourceLinked="0"/>
        <c:majorTickMark val="out"/>
        <c:minorTickMark val="none"/>
        <c:tickLblPos val="nextTo"/>
        <c:spPr>
          <a:ln>
            <a:noFill/>
          </a:ln>
        </c:spPr>
        <c:txPr>
          <a:bodyPr/>
          <a:lstStyle/>
          <a:p>
            <a:pPr>
              <a:defRPr sz="1200">
                <a:solidFill>
                  <a:schemeClr val="tx2"/>
                </a:solidFill>
              </a:defRPr>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400">
          <a:solidFill>
            <a:schemeClr val="tx1"/>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Accuracy gained by asking for step-by-step reasoning</c:v>
                </c:pt>
              </c:strCache>
            </c:strRef>
          </c:tx>
          <c:spPr>
            <a:solidFill>
              <a:schemeClr val="accent1"/>
            </a:solidFill>
          </c:spPr>
          <c:invertIfNegative val="0"/>
          <c:dPt>
            <c:idx val="2"/>
            <c:invertIfNegative val="0"/>
            <c:bubble3D val="0"/>
            <c:spPr>
              <a:solidFill>
                <a:schemeClr val="accent2"/>
              </a:solidFill>
            </c:spPr>
            <c:extLst>
              <c:ext xmlns:c16="http://schemas.microsoft.com/office/drawing/2014/chart" uri="{C3380CC4-5D6E-409C-BE32-E72D297353CC}">
                <c16:uniqueId val="{00000001-32D2-4305-99AC-FFB5043E8F65}"/>
              </c:ext>
            </c:extLst>
          </c:dPt>
          <c:dPt>
            <c:idx val="3"/>
            <c:invertIfNegative val="0"/>
            <c:bubble3D val="0"/>
            <c:spPr>
              <a:solidFill>
                <a:schemeClr val="accent2"/>
              </a:solidFill>
            </c:spPr>
            <c:extLst>
              <c:ext xmlns:c16="http://schemas.microsoft.com/office/drawing/2014/chart" uri="{C3380CC4-5D6E-409C-BE32-E72D297353CC}">
                <c16:uniqueId val="{00000003-32D2-4305-99AC-FFB5043E8F65}"/>
              </c:ext>
            </c:extLst>
          </c:dPt>
          <c:dPt>
            <c:idx val="4"/>
            <c:invertIfNegative val="0"/>
            <c:bubble3D val="0"/>
            <c:spPr>
              <a:solidFill>
                <a:schemeClr val="accent2"/>
              </a:solidFill>
            </c:spPr>
            <c:extLst>
              <c:ext xmlns:c16="http://schemas.microsoft.com/office/drawing/2014/chart" uri="{C3380CC4-5D6E-409C-BE32-E72D297353CC}">
                <c16:uniqueId val="{00000005-32D2-4305-99AC-FFB5043E8F65}"/>
              </c:ext>
            </c:extLst>
          </c:dPt>
          <c:dLbls>
            <c:numFmt formatCode="\+0.0;\-0.0;0" sourceLinked="0"/>
            <c:spPr>
              <a:noFill/>
              <a:ln>
                <a:noFill/>
              </a:ln>
              <a:effectLst/>
            </c:spPr>
            <c:txPr>
              <a:bodyPr/>
              <a:lstStyle/>
              <a:p>
                <a:pPr>
                  <a:defRPr sz="14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PaLM 540B
2022, maths</c:v>
                </c:pt>
                <c:pt idx="1">
                  <c:v>text-davinci-002
2022, maths</c:v>
                </c:pt>
                <c:pt idx="2">
                  <c:v>o3-mini
2025, science</c:v>
                </c:pt>
                <c:pt idx="3">
                  <c:v>o4-mini
2025, science</c:v>
                </c:pt>
                <c:pt idx="4">
                  <c:v>Gemini 2.5 Flash
2025, science</c:v>
                </c:pt>
              </c:strCache>
            </c:strRef>
          </c:cat>
          <c:val>
            <c:numRef>
              <c:f>Sheet1!$B$2:$B$6</c:f>
              <c:numCache>
                <c:formatCode>\+0.0;\-0.0;0</c:formatCode>
                <c:ptCount val="5"/>
                <c:pt idx="0">
                  <c:v>39</c:v>
                </c:pt>
                <c:pt idx="1">
                  <c:v>30.3</c:v>
                </c:pt>
                <c:pt idx="2">
                  <c:v>2.9</c:v>
                </c:pt>
                <c:pt idx="3">
                  <c:v>3.1</c:v>
                </c:pt>
                <c:pt idx="4">
                  <c:v>-3.3</c:v>
                </c:pt>
              </c:numCache>
            </c:numRef>
          </c:val>
          <c:extLst>
            <c:ext xmlns:c16="http://schemas.microsoft.com/office/drawing/2014/chart" uri="{C3380CC4-5D6E-409C-BE32-E72D297353CC}">
              <c16:uniqueId val="{00000006-32D2-4305-99AC-FFB5043E8F65}"/>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low"/>
        <c:spPr>
          <a:ln>
            <a:solidFill>
              <a:srgbClr val="DED8C9"/>
            </a:solidFill>
          </a:ln>
        </c:spPr>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spPr>
            <a:ln w="9525">
              <a:solidFill>
                <a:srgbClr val="DED8C9"/>
              </a:solidFill>
            </a:ln>
          </c:spPr>
        </c:majorGridlines>
        <c:title>
          <c:tx>
            <c:rich>
              <a:bodyPr/>
              <a:lstStyle/>
              <a:p>
                <a:r>
                  <a:rPr lang="en-IE" sz="1200" b="0"/>
                  <a:t>extra questions right, per 100</a:t>
                </a:r>
              </a:p>
            </c:rich>
          </c:tx>
          <c:overlay val="0"/>
        </c:title>
        <c:numFmt formatCode="\+0;\-0;0" sourceLinked="0"/>
        <c:majorTickMark val="out"/>
        <c:minorTickMark val="none"/>
        <c:tickLblPos val="nextTo"/>
        <c:spPr>
          <a:ln>
            <a:noFill/>
          </a:ln>
        </c:spPr>
        <c:txPr>
          <a:bodyPr/>
          <a:lstStyle/>
          <a:p>
            <a:pPr>
              <a:defRPr sz="1200">
                <a:solidFill>
                  <a:schemeClr val="tx2"/>
                </a:solidFill>
              </a:defRPr>
            </a:pPr>
            <a:endParaRPr lang="en-US"/>
          </a:p>
        </c:txPr>
        <c:crossAx val="-2068027336"/>
        <c:crosses val="autoZero"/>
        <c:crossBetween val="between"/>
      </c:valAx>
    </c:plotArea>
    <c:plotVisOnly val="1"/>
    <c:dispBlanksAs val="gap"/>
    <c:showDLblsOverMax val="1"/>
  </c:chart>
  <c:txPr>
    <a:bodyPr/>
    <a:lstStyle/>
    <a:p>
      <a:pPr>
        <a:defRPr sz="1400">
          <a:solidFill>
            <a:schemeClr val="tx1"/>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GPT-4o</c:v>
                </c:pt>
              </c:strCache>
            </c:strRef>
          </c:tx>
          <c:spPr>
            <a:ln w="38100">
              <a:solidFill>
                <a:schemeClr val="accent1"/>
              </a:solidFill>
            </a:ln>
          </c:spPr>
          <c:marker>
            <c:symbol val="circle"/>
            <c:size val="9"/>
            <c:spPr>
              <a:solidFill>
                <a:schemeClr val="accent1"/>
              </a:solidFill>
              <a:ln>
                <a:solidFill>
                  <a:schemeClr val="accent1"/>
                </a:solidFill>
              </a:ln>
            </c:spPr>
          </c:marker>
          <c:cat>
            <c:strRef>
              <c:f>Sheet1!$A$2:$A$7</c:f>
              <c:strCache>
                <c:ptCount val="6"/>
                <c:pt idx="0">
                  <c:v>1K</c:v>
                </c:pt>
                <c:pt idx="1">
                  <c:v>4K</c:v>
                </c:pt>
                <c:pt idx="2">
                  <c:v>8K</c:v>
                </c:pt>
                <c:pt idx="3">
                  <c:v>16K</c:v>
                </c:pt>
                <c:pt idx="4">
                  <c:v>32K</c:v>
                </c:pt>
                <c:pt idx="5">
                  <c:v>128K</c:v>
                </c:pt>
              </c:strCache>
            </c:strRef>
          </c:cat>
          <c:val>
            <c:numRef>
              <c:f>Sheet1!$B$2:$B$7</c:f>
              <c:numCache>
                <c:formatCode>0</c:formatCode>
                <c:ptCount val="6"/>
                <c:pt idx="0">
                  <c:v>98.1</c:v>
                </c:pt>
                <c:pt idx="1">
                  <c:v>95.7</c:v>
                </c:pt>
                <c:pt idx="2">
                  <c:v>89.2</c:v>
                </c:pt>
                <c:pt idx="3">
                  <c:v>81.599999999999994</c:v>
                </c:pt>
                <c:pt idx="4">
                  <c:v>69.7</c:v>
                </c:pt>
                <c:pt idx="5">
                  <c:v>56</c:v>
                </c:pt>
              </c:numCache>
            </c:numRef>
          </c:val>
          <c:smooth val="0"/>
          <c:extLst>
            <c:ext xmlns:c16="http://schemas.microsoft.com/office/drawing/2014/chart" uri="{C3380CC4-5D6E-409C-BE32-E72D297353CC}">
              <c16:uniqueId val="{00000000-03C4-41AF-9AB2-5BA570138B2E}"/>
            </c:ext>
          </c:extLst>
        </c:ser>
        <c:ser>
          <c:idx val="1"/>
          <c:order val="1"/>
          <c:tx>
            <c:strRef>
              <c:f>Sheet1!$C$1</c:f>
              <c:strCache>
                <c:ptCount val="1"/>
                <c:pt idx="0">
                  <c:v>GPT-4.1</c:v>
                </c:pt>
              </c:strCache>
            </c:strRef>
          </c:tx>
          <c:spPr>
            <a:ln w="38100">
              <a:solidFill>
                <a:schemeClr val="accent2"/>
              </a:solidFill>
            </a:ln>
          </c:spPr>
          <c:marker>
            <c:symbol val="circle"/>
            <c:size val="9"/>
            <c:spPr>
              <a:solidFill>
                <a:schemeClr val="accent2"/>
              </a:solidFill>
              <a:ln>
                <a:solidFill>
                  <a:schemeClr val="accent2"/>
                </a:solidFill>
              </a:ln>
            </c:spPr>
          </c:marker>
          <c:cat>
            <c:strRef>
              <c:f>Sheet1!$A$2:$A$7</c:f>
              <c:strCache>
                <c:ptCount val="6"/>
                <c:pt idx="0">
                  <c:v>1K</c:v>
                </c:pt>
                <c:pt idx="1">
                  <c:v>4K</c:v>
                </c:pt>
                <c:pt idx="2">
                  <c:v>8K</c:v>
                </c:pt>
                <c:pt idx="3">
                  <c:v>16K</c:v>
                </c:pt>
                <c:pt idx="4">
                  <c:v>32K</c:v>
                </c:pt>
                <c:pt idx="5">
                  <c:v>128K</c:v>
                </c:pt>
              </c:strCache>
            </c:strRef>
          </c:cat>
          <c:val>
            <c:numRef>
              <c:f>Sheet1!$C$2:$C$7</c:f>
              <c:numCache>
                <c:formatCode>0</c:formatCode>
                <c:ptCount val="6"/>
                <c:pt idx="0">
                  <c:v>95.6</c:v>
                </c:pt>
                <c:pt idx="1">
                  <c:v>91.7</c:v>
                </c:pt>
                <c:pt idx="2">
                  <c:v>87.5</c:v>
                </c:pt>
                <c:pt idx="3">
                  <c:v>84.9</c:v>
                </c:pt>
                <c:pt idx="4">
                  <c:v>79.8</c:v>
                </c:pt>
                <c:pt idx="5">
                  <c:v>64.7</c:v>
                </c:pt>
              </c:numCache>
            </c:numRef>
          </c:val>
          <c:smooth val="0"/>
          <c:extLst>
            <c:ext xmlns:c16="http://schemas.microsoft.com/office/drawing/2014/chart" uri="{C3380CC4-5D6E-409C-BE32-E72D297353CC}">
              <c16:uniqueId val="{00000001-03C4-41AF-9AB2-5BA570138B2E}"/>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lang="en-IE" sz="1200" b="0"/>
                  <a:t>tokens of input</a:t>
                </a:r>
              </a:p>
            </c:rich>
          </c:tx>
          <c:overlay val="0"/>
        </c:title>
        <c:numFmt formatCode="General" sourceLinked="0"/>
        <c:majorTickMark val="out"/>
        <c:minorTickMark val="none"/>
        <c:tickLblPos val="nextTo"/>
        <c:spPr>
          <a:ln>
            <a:solidFill>
              <a:srgbClr val="DED8C9"/>
            </a:solidFill>
          </a:ln>
        </c:spPr>
        <c:txPr>
          <a:bodyPr/>
          <a:lstStyle/>
          <a:p>
            <a:pPr>
              <a:defRPr sz="1400"/>
            </a:pPr>
            <a:endParaRPr lang="en-US"/>
          </a:p>
        </c:txPr>
        <c:crossAx val="2140495176"/>
        <c:crosses val="autoZero"/>
        <c:auto val="1"/>
        <c:lblAlgn val="ctr"/>
        <c:lblOffset val="100"/>
        <c:noMultiLvlLbl val="0"/>
      </c:catAx>
      <c:valAx>
        <c:axId val="2140495176"/>
        <c:scaling>
          <c:orientation val="minMax"/>
          <c:max val="100"/>
          <c:min val="50"/>
        </c:scaling>
        <c:delete val="0"/>
        <c:axPos val="l"/>
        <c:majorGridlines>
          <c:spPr>
            <a:ln w="9525">
              <a:solidFill>
                <a:srgbClr val="DED8C9"/>
              </a:solidFill>
            </a:ln>
          </c:spPr>
        </c:majorGridlines>
        <c:title>
          <c:tx>
            <c:rich>
              <a:bodyPr/>
              <a:lstStyle/>
              <a:p>
                <a:r>
                  <a:rPr lang="en-IE" sz="1200" b="0"/>
                  <a:t>% answered correctly</a:t>
                </a:r>
              </a:p>
            </c:rich>
          </c:tx>
          <c:overlay val="0"/>
        </c:title>
        <c:numFmt formatCode="0" sourceLinked="0"/>
        <c:majorTickMark val="out"/>
        <c:minorTickMark val="none"/>
        <c:tickLblPos val="nextTo"/>
        <c:spPr>
          <a:ln>
            <a:noFill/>
          </a:ln>
        </c:spPr>
        <c:txPr>
          <a:bodyPr/>
          <a:lstStyle/>
          <a:p>
            <a:pPr>
              <a:defRPr sz="1200">
                <a:solidFill>
                  <a:schemeClr val="tx2"/>
                </a:solidFill>
              </a:defRPr>
            </a:pPr>
            <a:endParaRPr lang="en-US"/>
          </a:p>
        </c:txPr>
        <c:crossAx val="2118791784"/>
        <c:crosses val="autoZero"/>
        <c:crossBetween val="between"/>
      </c:valAx>
    </c:plotArea>
    <c:legend>
      <c:legendPos val="b"/>
      <c:overlay val="0"/>
      <c:txPr>
        <a:bodyPr/>
        <a:lstStyle/>
        <a:p>
          <a:pPr>
            <a:defRPr sz="1400"/>
          </a:pPr>
          <a:endParaRPr lang="en-US"/>
        </a:p>
      </c:txPr>
    </c:legend>
    <c:plotVisOnly val="1"/>
    <c:dispBlanksAs val="gap"/>
    <c:showDLblsOverMax val="0"/>
  </c:chart>
  <c:txPr>
    <a:bodyPr/>
    <a:lstStyle/>
    <a:p>
      <a:pPr>
        <a:defRPr sz="1400">
          <a:solidFill>
            <a:schemeClr val="tx1"/>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59557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~0:01. Title while they settle.</a:t>
            </a:r>
          </a:p>
          <a:p>
            <a:endParaRPr dirty="0"/>
          </a:p>
          <a:p>
            <a:r>
              <a:rPr dirty="0"/>
              <a:t>Two halves, and the join is the point of the two lectures: prompting (how you ask) was the whole skill in 2023; context engineering (what the model can see) is the larger half now. Part 1 states the rules; part 2 explains the mechanism behind them. Do not treat context engineering as an advanced extra — it is where most real failures live.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~0:02. The hook: two prompts for the same task, and the question is not which is better but WHY. Nearly everyone picks B, and they are right for the wrong reason — they say "because it is more detailed". The actual reason is that B makes DECISIONS the model would otherwise have to guess: day-first or month-first, what happens on bad input, whether a library is allowed. That distinction is the first idea of the two lectures; it is stated on the next slide and paid off at "The opening pair, decoded". Have the room commit before revealing.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~0:04. The idea, said once and plainly: a prompt is a specification, and every gap in it is filled by the model from whatever was commonest in its training data. Part 2 explains how that filling actually happens.</a:t>
            </a:r>
          </a:p>
          <a:p>
            <a:endParaRPr/>
          </a:p>
          <a:p>
            <a:r>
              <a:t>The misconception to kill immediately: students think a good prompt is a LONG prompt, and start padding. Length is not the variable. Decisions made, and information supplied, are the variables.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~0:05. Agenda, and the shape of the two lectures. Part 1 states the rules: what a prompt is mechanically (tokens and the window), SPEC and non-goals, the three techniques and what the evidence now says about each, and the turn from wording to context. Part 2 explains the mechanism behind those rules: how a gap actually gets filled, what is literally in the window when the model answers, why more context makes answers worse, and why long threads go stale. Reference slide, brisk.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(part 1 · section 1 of 3). What the model actually reads, and a checklist for prompts that leave nothing to guess.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Definition first. A prompt is the whole input: the request and anything pasted with it. The model has nothing else to go on, so every question the prompt leaves open, the model answers by guessing.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~0:07. Tokens: the unit the model actually reads, priced, limited and remembered. Keep this SHORT and make it earn its place — this is not a machine-learning lecture. They need tokens only so that context windows and cost make sense later.</a:t>
            </a:r>
          </a:p>
          <a:p>
            <a:endParaRPr/>
          </a:p>
          <a:p>
            <a:r>
              <a:t>The misconception: students think the model reads words, so a "short" paste of code feels cheap. Code fragments heavily (identifiers, numbers and punctuation split), so a file costs more than its word count suggests. The splits on the slide are real, from OpenAI's o200k_base tokenizer (the GPT-4o and GPT-5 family): calculate_median arrives as "_m" and "edian", so the model never sees the word median as a unit, and the year arrives as "202" and "6", which is one reason exact arithmetic and counting are awkward for a model without a calculator. Common English words are usually a single token ("Programming" is one), so do not claim that everyday words shatter; identifiers and numbers do. A tokeniser playground demo earns its minute if the clock allows.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~0:09. The cost of a paste, measured rather than asserted. The bars are tokens per 100 words for four kinds of text, counted with OpenAI's o200k_base tokenizer on real samples: about 125 for English prose, 158 for JSON, 191 for Python source and 268 for a Python traceback.</a:t>
            </a:r>
          </a:p>
          <a:p>
            <a:endParaRPr/>
          </a:p>
          <a:p>
            <a:r>
              <a:t>The misconception: students estimate a paste by how long it looks, in words or lines, so a traceback or a JSON blob feels small. Per character the kinds of text cost about the same (prose about 4.5 characters per token, Python about 4.1); per word, code costs half as much again and a traceback about twice as much, because identifiers, paths and punctuation split into several tokens. OpenAI's rule of thumb (a token is about four characters, about three quarters of an English word) holds for prose and undercounts code, and other languages can cost several times more tokens than English for the same text. It matters because the window has a hard edge and, wherever usage is billed, everything in the window is paid for on every turn. The next slide is the window.</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~0:11. The context window: everything the model can see when it answers, and nothing else. THIS is the slide that makes context engineering make sense, so spend the time. An assistant, whether chat, editor plug-in or agent, is a PROGRAM that assembles a list of text and calls the model with it; the list is the window. Some layers are written by whoever built the assistant (the system prompt), some by you once (standing instructions, where the assistant reads a file), some accumulate (the conversation, every turn of it), and some are chosen per request (what you pasted, what it went and read). Your repository, your ticket and your intent are not on the list unless one of those layers carried them in.</a:t>
            </a:r>
          </a:p>
          <a:p>
            <a:endParaRPr/>
          </a:p>
          <a:p>
            <a:r>
              <a:t>The misconception: students picture the model "looking at" their project, or remembering what they told it earlier. There is no looking; there is a list, with a hard edge. The leading models' windows are large (about a million tokens in September 2026), but large is not unlimited, and part 2 shows why filling the window is not the same as informing the model. There is no partial credit for "I told you earlier" if earlier fell out.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~0:14. SPEC: the recipe, and the thing they will actually use every day. Four letters, one slide.</a:t>
            </a:r>
          </a:p>
          <a:p>
            <a:endParaRPr dirty="0"/>
          </a:p>
          <a:p>
            <a:r>
              <a:rPr dirty="0"/>
              <a:t>Say that any framework works and the discipline matters more than the acronym — but pick one and stay with it, because switching frameworks is a way of avoiding the work. The E is the letter students skip, and it is the one part 2 shows to be the strongest steering there is: an example is a pattern the model continues, where a description is something it interprets.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~0:16. Back to the opening pair, now analysable: take B through SPEC letter by letter and all four are present.</a:t>
            </a:r>
          </a:p>
          <a:p>
            <a:endParaRPr/>
          </a:p>
          <a:p>
            <a:r>
              <a:t>Then the payoff line: the difference is not detail, it is DECISIONS. Day first or month first? That is a product decision, and the vague prompt hands it to a text predictor. Part 2 shows what the predictor does with it — fills it from a frequency.</a:t>
            </a:r>
          </a:p>
          <a:p>
            <a:endParaRPr/>
          </a:p>
          <a:p>
            <a:r>
              <a:t>What prompt A actually gets, measured in September 2026: given it with nothing else, three current models (GLM-5.3, Gemini 3.6 Flash and Gemini 2.5 Flash, each through its API with no system prompt (Claude and GPT models could not be reached for this run)) each read 12/08/2026 as 8 December, month first, and not one asked which order the user's dates come in. One offered a strict ISO-only parser that rejects the string outright, and both Gemini models reached for the third-party dateutil library, which prompt B forbids. That is the slide's point made by the tools themselves: the decision was made, silently. Treat the details as a snapshot; the lesson is that it was decided without asking.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~0:18. Constraints and non-goals. Non-goals are the under-used half and the one that saves them most pain.</a:t>
            </a:r>
          </a:p>
          <a:p>
            <a:endParaRPr/>
          </a:p>
          <a:p>
            <a:r>
              <a:t>The misconception: students think an assistant that adds extra things is being helpful, so they tolerate it. In a review, unrequested changes are where real defects hide — they are the changes nobody was looking 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PREDICT beat 1: what an assistant does with a whole file and a vague instruction. Vote before revealing.</a:t>
            </a:r>
          </a:p>
          <a:p>
            <a:endParaRPr/>
          </a:p>
          <a:p>
            <a:r>
              <a:t>The wrong answers to expect are the confident extremes: "it just fixes the bug", or the older folklore that it rewrites everything, type hints and error handling included. The faulty model behind both is that the size of the request decides the size of the change, so the change can be known in advance. Measured in September 2026 (next slide), the same vague prompt got one changed line from one model, three from another, and eleven then four from a third on two runs: a restyled loop, added comments, a commented-out copy of the old code, the whole file sent back. Nobody added type hints or error handling. The argument for non-goals survives in a better form: not that the diff is always huge, but that without them its size is not yours to decide.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~0:22. The reveal, measured rather than remembered. The file on the previous slide has a one-line bug (the loop stops one item early), and the minimal fix changes one line. In September 2026 the vague prompt went to GLM-5.3, Gemini 3.6 Flash and Gemini 2.5 Flash, each through its API with no system prompt (Claude and GPT models could not be reached for this run), twice each, and the narrow prompt of the next slide once each. Every reply fixed the bug. The vague prompt produced 1 and 1 changed lines from GLM-5.3, 3 and 3 from Gemini 3.6 Flash (the loop rewritten as a sum), and 11 then 4 from Gemini 2.5 Flash (a restyled loop, new comments, and in the first run the old loop kept as commented-out code); both Gemini models sent the whole file back. None added type hints, error handling or docstrings, and none touched another function. The narrow prompt got exactly one changed line from all three.</a:t>
            </a:r>
          </a:p>
          <a:p>
            <a:endParaRPr/>
          </a:p>
          <a:p>
            <a:r>
              <a:t>The misconception to correct is the folklore itself, in both directions: students either expect a surgical fix or a 40-line rewrite, and the measurement shows neither can be relied on. The same prompt varied by model and by run, which is what an unmade decision looks like. Say the limits out loud: three models from two vendors, through the raw API; an editor or agent product wraps its own instructions around the request and may behave differently in either direction. Teach the direction: unspecified means variable, and one sentence of non-goal made it one line every time.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~0:24. The fix, which is one sentence of non-goal. In the September 2026 test this exact prompt got a one-line diff, and nothing else, from all three models.</a:t>
            </a:r>
          </a:p>
          <a:p>
            <a:endParaRPr/>
          </a:p>
          <a:p>
            <a:r>
              <a:t>Land the review point: a small diff gets read; a whole file sent back gets skimmed, and the unrequested change inside it is exactly the one nobody reviews. The size of your diff determines whether review actually happened.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(part 1 · section 2 of 3). Three well-known techniques, what the evidence says about each, and when to use which.</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~0:26. The three advanced techniques, kept together so the lab can drill them one at a time.</a:t>
            </a:r>
          </a:p>
          <a:p>
            <a:endParaRPr/>
          </a:p>
          <a:p>
            <a:r>
              <a:t>Say what each is FOR, because students collect techniques without knowing when to reach for them. Persona = tone, audience and focus, not accuracy (the next slide has the evidence). CoT = visible, checkable reasoning, which most assistants now do by default (the slide after). Few-shot = exact output format. The predict after those two slides tests exactly that: given a problem, which one?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~0:28. What a persona actually buys, with the evidence, because "you are a world-class expert" is the most copied prompt habit there is.</a:t>
            </a:r>
          </a:p>
          <a:p>
            <a:endParaRPr/>
          </a:p>
          <a:p>
            <a:r>
              <a:t>The misconception: students believe that telling the model it is an expert makes its answers more correct. The faulty model is human: an expert knows more than a novice, so asking for the expert should get more knowledge. The model's knowledge is fixed in its weights; a role changes how it frames the answer, not what it knows. The evidence: Zheng et al. (Findings of EMNLP 2024) tried 162 roles on 2,410 factual questions across nine open models from four families and found no improvement over no persona at all, with effects that looked largely random. A 2025 re-test on commercial models (GPT-4o, o3-mini, o4-mini and two Gemini Flash models; Wharton's Prompting Science Report 4) found expert personas made no significant difference, while "layperson" and "toddler" personas made answers worse. What a role plausibly does change is tone, audience and which aspects it attends to: "review this as a security reviewer" is a reasonable way to point a review, though no study has measured that use. Teach it as choosing a lens, never as buying accuracy.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~0:31. Chain-of-thought is the one prompting technique with a famous result, and the result has changed. In 2022, asking for worked reasoning was a large win: PaLM 540B went from 17.9% to 56.9% on GSM8K grade-school maths with chain-of-thought examples (Wei et al.), and adding "Let's think step by step" took GPT-3's text-davinci-002 from 10.4% to 40.7% on the same benchmark (Kojima et al.). By 2025 the leading models reason before they answer, and a Wharton test of the same instruction on reasoning models found gains of about three points on graduate-level science questions (o3-mini +2.9, o4-mini +3.1) and a small loss for Gemini 2.5 Flash (-3.3), at the price of slower answers. The bars mix benchmarks on purpose and the labels say so: the point is the size of the gain the instruction buys in each era, not a like-for-like score.</a:t>
            </a:r>
          </a:p>
          <a:p>
            <a:endParaRPr/>
          </a:p>
          <a:p>
            <a:r>
              <a:t>The misconception: students have learned "think step by step" as a magic phrase. Vendors now call it unnecessary for reasoning models (OpenAI's guidance adds that it can sometimes hinder), and Anthropic's advice is a high-level instruction to think rather than a hand-written plan of steps. What survives is the reason to ask for reasoning at all: to SEE it. Asking for the plan, or the assumptions, before the code turns silent decisions into ones you can check, which is what the lab's chain-of-thought exercise on a real bug is for.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~0:34. PREDICT beat 2: each technique solves one kind of failure, and a format failure is a few-shot problem. Commit before the reveal.</a:t>
            </a:r>
          </a:p>
          <a:p>
            <a:endParaRPr/>
          </a:p>
          <a:p>
            <a:r>
              <a:t>The wrong answer to expect is persona ("tell it it is a data engineer") or, more often, a longer and firmer description of the format ("no commentary, I mean it"). The faulty model is that the techniques are general-purpose "make it better" knobs, so any of them helps with any problem — and that emphasis is a kind of specification. It is not: persona changes what the model attends to, not the shape of its output; chain-of-thought asks for reasoning, which is more text rather than a tighter format; and a description is interpretable where an example is exact.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~0:36. The reveal: few-shot, because showing is exact and describing is interpretable. The mechanism, which part 2 returns to: the model continues patterns in its window, and two examples ARE the pattern — there is nothing left to interpret.</a:t>
            </a:r>
          </a:p>
          <a:p>
            <a:endParaRPr/>
          </a:p>
          <a:p>
            <a:r>
              <a:t>The detail that matters is that the two examples vary along the edge that counts — here, a comma inside a value, which the second example shows being quoted. Two near-identical examples teach nothing about edge cases. Persona would have changed what it noticed; chain-of-thought would have changed what it explained. Neither pins a format.</a:t>
            </a:r>
          </a:p>
          <a:p>
            <a:endParaRPr/>
          </a:p>
          <a:p>
            <a:r>
              <a:t>One 2026 addition, on the kicker: when the output is read by a program rather than a person, the current APIs from OpenAI, Anthropic and Google can enforce a JSON schema on the reply (structured outputs), which guarantees the shape in a way no prompt can. Examples remain the way to steer style and edge cases in text a person reads, and the way to pin a format in a chat window, where there is no schema to give.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(part 1 · section 3 of 3). When rewording stops helping, the model is usually missing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~0:39. The turn. Everything so far has been about WORDING. This is where the lecture pivots, and it is the newest material.</a:t>
            </a:r>
          </a:p>
          <a:p>
            <a:endParaRPr/>
          </a:p>
          <a:p>
            <a:r>
              <a:t>Set it up with the honest history: models got much better at inferring intent from sloppy requests, so the marginal value of rewording fell. What they still cannot do is invent information they were never given.</a:t>
            </a:r>
          </a:p>
          <a:p>
            <a:endParaRPr/>
          </a:p>
          <a:p>
            <a:r>
              <a:t>The evidence for the turn: in 2023, Sclar et al. (ICLR 2024) showed that formatting changes that keep the meaning (a colon instead of a double colon, a space instead of a newline, capital letters) swung few-shot accuracy by up to 76 points on an open model, LLaMA-2-13B. Later studies find today's larger models far less sensitive, and much of the remaining swing comes from how answers are graded. So the folklore of magic phrasings described older models. What never changed is the callout: no wording supplies a missing fact.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~0:41. The definition, and the comparison table that makes it concrete.</a:t>
            </a:r>
          </a:p>
          <a:p>
            <a:endParaRPr/>
          </a:p>
          <a:p>
            <a:r>
              <a:t>Emphasise the last row, and correct a common reading of the term: context engineering is not only for agents. Anthropic defines it for any call to a model, as curating "the smallest possible set of high-signal tokens" in the window; it matters most when an agent runs in a loop, because the window then fills with its own tool results, turn after turn. The term took off in June 2025 (Tobi Lütke's post, then Andrej Karpathy's "filling the context window with just the right information for the next step"), and the practice is older than the name: every pasted stack trace is context engineering. Part 2 opens the "what does it need to see" question up: what is literally on the list the model is handed.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~0:43. PREDICT beat 3 — the diagnostic, and the most practically useful thirty seconds of the two lectures.</a:t>
            </a:r>
          </a:p>
          <a:p>
            <a:endParaRPr/>
          </a:p>
          <a:p>
            <a:r>
              <a:t>The wrong answer to expect is "reword it again" — it is what everyone does, and it is why people spend twenty minutes going nowhere. The faulty model is that every failure is a phrasing failure, so the fix is always on the keyboard. Consistent failure across rewordings is EVIDENCE, not proof: the likeliest explanation is missing information, because no amount of rewording adds any. Name the other explanations when a student raises them — the request is genuinely ambiguous, or the task is beyond the model — and the diagnostic on the next slide separates them: if you can name the fact it lacks, supply it; if you cannot, the problem is not context. The "bigger model" option shares the mistake — it treats a missing input as a capacity problem.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The answer and the rule. This is the sentence to leave on the board.</a:t>
            </a:r>
          </a:p>
          <a:p>
            <a:endParaRPr/>
          </a:p>
          <a:p>
            <a:r>
              <a:t>The two fixes differ in kind: a wording problem is fixed on the keyboard, a knowledge problem is fixed by pasting something, the schema, the error, the failing test. If you can name the fact it lacks, supply it; if you cannot, the problem is probably not context. Part 2 adds a third answer that nobody expects: sometimes the fix is to take things out.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~0:48. The habit that turns silent decisions into questions before any code exists. The prompt asks the model to list what it would otherwise have to guess, and to stop there. Each question it asks is a gap in your specification, found for free, and your answers become the next prompt's SPEC.</a:t>
            </a:r>
          </a:p>
          <a:p>
            <a:endParaRPr/>
          </a:p>
          <a:p>
            <a:r>
              <a:t>The misconception: students expect a clarifying question to be a sign the tool is weak or unsure, and read an immediate answer as confidence. An immediate answer to an under-specified request is the tool filling every gap from what is most common, silently; the questions are the same gaps made visible. The lab's "ask for questions first" exercise drills it.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~0:51. Limits, and the honest close to part 1. Be blunt: no amount of prompting fixes these, and pretending otherwise wastes their time.</a:t>
            </a:r>
          </a:p>
          <a:p>
            <a:endParaRPr/>
          </a:p>
          <a:p>
            <a:r>
              <a:t>The last bullet is the honest one — a well-prompted answer to the wrong question is still wrong, and the assistant will never tell you that you asked the wrong question. The first bullet is the bridge to part 2's question: if wording cannot fix a missing input, what exactly does the model have in front of it?</a:t>
            </a:r>
          </a:p>
          <a:p>
            <a:endParaRPr/>
          </a:p>
          <a:p>
            <a:r>
              <a:t>The third bullet is worded carefully. A model predicting digits token by token is unreliable at exact counting and arithmetic (the tokens slide showed a year arriving as "202" and "6"), but an assistant that runs code for the calculation gets it right; the fix is to ask it to compute, not to trust it to count.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of part 1. Recap the three rules: specify or it decides, keep the diff small, and ask whether a failure is wording or knowledge. Part 2 explains why those rules work: how a gap gets filled, what is in front of the model when it answers, and why adding more makes it worse. Start part 2 from this slide as a reminder.</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(part 2 · section 1 of 4). Where its guesses come from, and what is actually in the window when it answers.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Part 2 opens with the mechanism behind part 1's first rule. A model produces text by predicting the next token given everything in its window; where your specification is silent, the most likely continuation wins, and "most likely" means "most common in the training data for prompts like yours" — not "right for your users". So an unspecified choice is not a decision at all: it is a frequency wearing the clothes of a decision.</a:t>
            </a:r>
          </a:p>
          <a:p>
            <a:endParaRPr/>
          </a:p>
          <a:p>
            <a:r>
              <a:t>This is why a vague prompt's choices are always PLAUSIBLE — plausibility is precisely what the model optimises for — and why plausible is not the same as correct. The misconception underneath: students read a confident, specific answer as a considered one.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~1:07. Standing instructions: context you write once. Most coding assistants read a standing-instructions file into the window on every request: AGENTS.md (an open, plain-Markdown format released by OpenAI in August 2025, stewarded since December 2025 by the Linux Foundation's Agentic AI Foundation, and read by Codex, Copilot, Cursor, Jules and many others), CLAUDE.md for Claude Code, and .github/copilot-instructions.md for Copilot. The example shows what belongs there: the decisions you would otherwise re-type every time or leave to a frequency, such as the date convention from the opening pair.</a:t>
            </a:r>
          </a:p>
          <a:p>
            <a:endParaRPr/>
          </a:p>
          <a:p>
            <a:r>
              <a:t>The misconception: students believe the assistant learns their preferences by working with them, so a correction made once will stick. It does not: the weights are fixed and every conversation starts empty, so a preference persists only if something re-inserts it into the window each time, and this file is that something. Two consequences to land: the file is in the window on every request, so keep it short; and a stale rule in it steers as confidently as a true one, so it needs maintaining like code.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~1:09. PREDICT beat 4: what the model can see when you ask an editor assistant about a file you have not opened. Commit before the reveal.</a:t>
            </a:r>
          </a:p>
          <a:p>
            <a:endParaRPr/>
          </a:p>
          <a:p>
            <a:r>
              <a:t>The wrong answer to expect is "the whole project — it is open in the editor". The faulty model is that the assistant IS the editor, so anything on disk is visible to it; in fact the assistant is a program that picks a handful of things to put in the window, and the model sees only those — an open project is a folder on disk, not context. "Everything you have opened since starting" is the same mistake with memory added. "Nothing but your question" is closer but misses that editor assistants typically include the file you are in and may search or read others first. The teachable answer is "whatever it put in the window — and I should find out what that was".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~1:11. The reveal, and the practical habit that comes out of it: there is no project, only the window, so when an answer is wrong the first question is what went in. Some assistants search or read files before answering; that is context engineering done FOR you, and it is still worth checking what they chose, because a plausible answer about the wrong file looks identical to a right one.</a:t>
            </a:r>
          </a:p>
          <a:p>
            <a:endParaRPr/>
          </a:p>
          <a:p>
            <a:r>
              <a:t>Connects back to the diagnostic question: "does not know" now has a concrete meaning — it was not on the list.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(part 2 · section 2 of 4). The same error twice: first on its own, then with the code it came from.</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 The second worked case, different in kind from the opening pair: that was GENERATION (write me a function), this is DIAGNOSIS (why is this broken?). The set-up is the commonest real-world prompt there is — an error message and the word "fix". Nothing about it is badly worded, which is the point: the diagnostic question from part 1 should already tell the room this is a knowledge problem, because the model has been shown a symptom and none of the code.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~1:15. PREDICT beat 5: what comes back when the model has the symptom and none of the code. Commit before the reveal.</a:t>
            </a:r>
          </a:p>
          <a:p>
            <a:endParaRPr/>
          </a:p>
          <a:p>
            <a:r>
              <a:t>The wrong answer to expect is "it asks to see the function", as if that were all it does. The faulty model is that the model knows what it does not know, so a missing input registers as a gap and stops it. It does not stop it: the plausible continuation of "fix this KeyError" is a fix, and a current assistant wraps its caveats around the guess rather than replacing it with a question. Measured in September 2026 (next slide), most replies did ask for the code, and every reply also handed over the fix anyway. And the fix it reaches for, a default value, is the commonest answer to a KeyError in general, which is the first slide of part 2 again: a frequency, not a diagnosis.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~1:17. The reveal, measured. In September 2026 the error-only prompt went to GLM-5.3, Gemini 3.6 Flash and Gemini 2.5 Flash, each through its API with no system prompt (Claude and GPT models could not be reached for this run). Three of the four replies asked to see the code, and all four still offered item.get("unit_price", 0) or 0.0 as a fix; one model made that its "Recommended" first fix without asking for anything, and the reply box quotes it. So the modern shape of the failure is politer, not different: the question and the guess arrive together, and the guess is what gets pasted.</a:t>
            </a:r>
          </a:p>
          <a:p>
            <a:endParaRPr/>
          </a:p>
          <a:p>
            <a:r>
              <a:t>Then the consequence: a default of 0 stops the KeyError, and the test now fails on the arithmetic, because every item quietly contributes nothing. Students often read "different error" as progress. It is the opposite: the original symptom was honest, and the fix has hidden it. This is the knowledge problem made visible; nothing in the reply is unreasonable given what the model could see.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~1:19. With the function, the test and the fixture all in the window, the bug is visible at a glance: the fixture says `price` and the function says `unit_price`, and neither is wrong on its own. Two things to land. First, no rewording of "fix it" could have got here — the information was not in the window, which is the whole of context engineering in one example. Second, the real fix is a DECISION: which name is canonical? That is a product question, and it is yours, not the model's — so the case ends where part 1 began, at specification. The two halves are one discipline seen from two sides.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~1:21. The fourth habit from part 1, made concrete: what goes in the window for a diagnosis, and what stays out. The verbatim rule matters mechanically — the model matches patterns, and a paraphrase drops exactly the tokens that carried the information: the key name, the line number, the type.</a:t>
            </a:r>
          </a:p>
          <a:p>
            <a:endParaRPr/>
          </a:p>
          <a:p>
            <a:r>
              <a:t>The "leave out" column is the half students skip. The rest of the file and unrelated files are noise, which the next slide explains; and a stated theory tends to get agreed with, so give evidence and let it form its own.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(part 2 · section 3 of 4). Leaving things out on purpose, and starting fresh when a conversation goes in circles.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~1:23. The third answer to part 1's diagnostic question: sometimes the fix is to take things out. Everything in the window competes for the model's attention: the four lines that decide the answer have to be found among whatever else you pasted, and the longer the input, the less reliably it is found (the next slide has the measurements) — so a "just in case" paste can bury the one thing that mattered. Two consequences: context engineering is as much exclusion as inclusion, and the cheapest improvement to a bad answer is often to take things OUT.</a:t>
            </a:r>
          </a:p>
          <a:p>
            <a:endParaRPr/>
          </a:p>
          <a:p>
            <a:r>
              <a:t>The misconception: students experience a big paste as diligence. It is the opposite — it hands the model a search problem it did not need to have. And everything in the window is priced, every turn.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~1:25. The measurements behind "more is not better". The lines are from NoLiMa (Adobe Research, ICML 2025): a fact hidden in irrelevant text, where finding it needs an association rather than a literal word match. GPT-4o answers 98% correctly with 1K tokens of input and 56% with 128K; GPT-4.1 falls from 96% to 65%. Chroma's "Context Rot" report (July 2025) tested 18 models from four vendors and found the same shape even on simple tasks, and in one test every model did better when given a focused prompt of about 300 tokens than when given the full history of about 113K tokens that contained the same answer.</a:t>
            </a:r>
          </a:p>
          <a:p>
            <a:endParaRPr/>
          </a:p>
          <a:p>
            <a:r>
              <a:t>The misconception: students read a million-token window as permission to paste everything, reasoning that the model will find what matters. It will find it less reliably the more there is. A historical note, because students meet it quoted everywhere: "Lost in the Middle" (Liu et al., 2023) found GPT-3.5 answered worse with the key document in the middle of 20 (53.8%) than with no documents at all (56.1%). Current models show that middle dip only under some conditions; the length effect is what still holds, so teach length, and date the middle.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~1:27. The conversation is a layer of the window, and it only grows. Every turn stays: your questions, its answers, and every attempt you rejected. The model cannot tell which parts you have mentally discarded — a dead end stays in view as if it were still live, and a correction sits right beside the wrong version it corrects. That is the mechanism behind a thread "going in circles": the window has filled with things you no longer want it to read. When the window is full, something has to go, and what goes is rarely your choice. Sets up the predict that follows.</a:t>
            </a:r>
          </a:p>
          <a:p>
            <a:endParaRPr/>
          </a:p>
          <a:p>
            <a:r>
              <a:t>One 2026 detail makes the last bullet concrete: Claude Code, Copilot in VS Code, Cursor and Codex all compact a long conversation automatically, replacing it with a summary when the window fills; Cursor's own documentation calls the summary "a lossy compression". Some let you steer it (/compact with a focus), but an instruction given only in chat can be summarised away, so a decision that must survive belongs in the standing-instructions file.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~1:29. PREDICT beat 6: what to do when a long thread has stopped converging. Commit before the reveal.</a:t>
            </a:r>
          </a:p>
          <a:p>
            <a:endParaRPr/>
          </a:p>
          <a:p>
            <a:r>
              <a:t>The wrong answer to expect is "push on — it is nearly there", with "switch to a bigger model" close behind. The faulty model is that the thread is a workspace accumulating understanding, so leaving it throws work away. It is the reverse: the thread is the window, and what it has accumulated is mostly dead ends, all still steering every answer. The understanding worth keeping — the files, the failing test, what was ruled out — is small and cheap to restate. "Bigger model" repeats part 1's error of treating polluted or missing information as a capacity problem; "raise the temperature" adds randomness to a problem that is about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~1:31. The reveal, and the prompt that does it. A fresh window with three lines of carried context beats forty minutes of accumulated thread, because the three lines are the whole of what the thread actually established.</a:t>
            </a:r>
          </a:p>
          <a:p>
            <a:endParaRPr/>
          </a:p>
          <a:p>
            <a:r>
              <a:t>Note what the good prompt carries: the code, the test, and what was RULED OUT — telling it the default was tried and why it failed is context too, and it stops the fresh conversation walking straight back into the same plausible guess. The last line asks it to name its assumption, which turns a silent decision into a visible one.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~1:33. Tests as context — where the two halves meet. A test is three of part 1's letters at once: an example (E), a constraint (C), and, because it is real code from your project, information the model did not have. And it cannot be read two ways, which prose always can. Written first, it turns "looks right" into "passes", which is the same move that lets anyone stop reading generated code line by line.</a:t>
            </a:r>
          </a:p>
          <a:p>
            <a:endParaRPr/>
          </a:p>
          <a:p>
            <a:r>
              <a:t>The misconception to name: students write the test AFTER the code, so the test encodes whatever the code already does, bugs included. The lab's tests-first exercise exists because of this slide.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~1:42. Debrief, and the synthesis of both halves: three kinds of gap, three different fixes, and the diagnostic question separates the first two. Under-specified is the date-order problem from the opening pair — the fix is a line of SPEC. Under-informed is the failing test — the fix is putting the file in the window, and no rewording reaches it. Over-loaded is the one nobody suspects, because it feels like diligence — the fix is taking things out.</a:t>
            </a:r>
          </a:p>
          <a:p>
            <a:endParaRPr/>
          </a:p>
          <a:p>
            <a:r>
              <a:t>An assistant helping a student with a bad answer should ask which of the three it is before suggesting anything.</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~1:44. Common mistakes on both sides of the conversation.</a:t>
            </a:r>
          </a:p>
          <a:p>
            <a:endParaRPr/>
          </a:p>
          <a:p>
            <a:r>
              <a:t>When you ask, in the order students meet them. The first is the commonest and the easiest to fix: padding a prompt with adjectives instead of decisions — "write a really good, robust, professional function" specifies nothing. The second is the technique-collecting habit the part 1 predict tested: a technique without a problem it solves is noise in the prompt. The fourth is new with the evidence slides: a persona is not a way to buy accuracy.</a:t>
            </a:r>
          </a:p>
          <a:p>
            <a:endParaRPr/>
          </a:p>
          <a:p>
            <a:r>
              <a:t>When you give it context. The first two are part 1's; the last three are part 2's, and each is a mechanism misread: paraphrasing drops the tokens that carried the information, "it can see my project" mistakes a folder for a window, and staying in a stale thread mistakes accumulated dead ends for accumulated understanding.</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(part 2 · section 4 of 4). How prompting changed since 2022, and why it still matters when agents work for hours.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prompting changed since ChatGPT launched on GPT-3.5 in November 2022. Then: one message in, one answer out, and the skill was rewording. Now: agents read the project, run tests and work through a written plan for hours. METR measures the length of task (in human working time) an agent completes half the time; it has doubled roughly every 7 months since 2019 and faster since 2024, from under a minute for GPT-3.5 to about 12 hours for the best models in February 2026. Treat the numbers as a trend, not a precise figure: the confidence intervals are wide.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obvious question: if agents work for hours from a plan, is prompting over? No. The plan is the prompt, and a gap in it costs more because the agent builds on the guess for hours before anyone looks. Everything in this lecture is how to write that input well, which is why it still matters.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~1:46. Summary and close. Return to the opening pair and ask the room to explain the difference now — they should say "decisions", not "detail", and after part 2 they should be able to say where an unmade decision goes: it is filled from a frequency. Then the sentence to leave on the board: is it wrong because I asked badly, or because it does not know something? Both lectures are answers to that one question. Leave the closing line up through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7BD74-770C-8E8F-E120-C0DE2E13EF9E}"/>
              </a:ext>
            </a:extLst>
          </p:cNvPr>
          <p:cNvSpPr>
            <a:spLocks noGrp="1"/>
          </p:cNvSpPr>
          <p:nvPr>
            <p:ph type="ctrTitle"/>
          </p:nvPr>
        </p:nvSpPr>
        <p:spPr>
          <a:xfrm>
            <a:off x="1051560" y="2514600"/>
            <a:ext cx="10591800" cy="2103120"/>
          </a:xfrm>
        </p:spPr>
        <p:txBody>
          <a:bodyPr anchor="t"/>
          <a:lstStyle>
            <a:lvl1pPr marL="0" indent="0" algn="l">
              <a:buNone/>
              <a:defRPr sz="4800" b="1"/>
            </a:lvl1pPr>
          </a:lstStyle>
          <a:p>
            <a:r>
              <a:rPr lang="en-US"/>
              <a:t>Click to edit Master title style</a:t>
            </a:r>
            <a:endParaRPr lang="en-IE"/>
          </a:p>
        </p:txBody>
      </p:sp>
      <p:sp>
        <p:nvSpPr>
          <p:cNvPr id="3" name="Subtitle 2">
            <a:extLst>
              <a:ext uri="{FF2B5EF4-FFF2-40B4-BE49-F238E27FC236}">
                <a16:creationId xmlns:a16="http://schemas.microsoft.com/office/drawing/2014/main" id="{C8DAC0F4-2938-282E-489F-77402428C9E9}"/>
              </a:ext>
            </a:extLst>
          </p:cNvPr>
          <p:cNvSpPr>
            <a:spLocks noGrp="1"/>
          </p:cNvSpPr>
          <p:nvPr>
            <p:ph type="subTitle" idx="1"/>
          </p:nvPr>
        </p:nvSpPr>
        <p:spPr>
          <a:xfrm>
            <a:off x="1508760" y="1874519"/>
            <a:ext cx="10134600" cy="502920"/>
          </a:xfrm>
        </p:spPr>
        <p:txBody>
          <a:bodyPr anchor="b"/>
          <a:lstStyle>
            <a:lvl1pPr marL="0" indent="0" algn="l">
              <a:buNone/>
              <a:defRPr sz="2000">
                <a:solidFill>
                  <a:schemeClr val="tx2"/>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E"/>
          </a:p>
        </p:txBody>
      </p:sp>
      <p:sp>
        <p:nvSpPr>
          <p:cNvPr id="4" name="Date Placeholder 3">
            <a:extLst>
              <a:ext uri="{FF2B5EF4-FFF2-40B4-BE49-F238E27FC236}">
                <a16:creationId xmlns:a16="http://schemas.microsoft.com/office/drawing/2014/main" id="{43A2B8DC-D59B-3CB1-7CA1-9365560903DA}"/>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5" name="Footer Placeholder 4">
            <a:extLst>
              <a:ext uri="{FF2B5EF4-FFF2-40B4-BE49-F238E27FC236}">
                <a16:creationId xmlns:a16="http://schemas.microsoft.com/office/drawing/2014/main" id="{C4C9F888-14BD-2F90-BD7E-9B96301E68B4}"/>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3829C89B-5792-D408-B5D7-F1FE9193642F}"/>
              </a:ext>
            </a:extLst>
          </p:cNvPr>
          <p:cNvSpPr>
            <a:spLocks noGrp="1"/>
          </p:cNvSpPr>
          <p:nvPr>
            <p:ph type="sldNum" sz="quarter" idx="12"/>
          </p:nvPr>
        </p:nvSpPr>
        <p:spPr/>
        <p:txBody>
          <a:bodyPr/>
          <a:lstStyle/>
          <a:p>
            <a:fld id="{130627C6-651F-4714-B9C1-060194F0E4B7}" type="slidenum">
              <a:rPr lang="en-IE" smtClean="0"/>
              <a:t>‹#›</a:t>
            </a:fld>
            <a:endParaRPr lang="en-IE"/>
          </a:p>
        </p:txBody>
      </p:sp>
      <p:sp>
        <p:nvSpPr>
          <p:cNvPr id="7" name="Gutter line numbers"/>
          <p:cNvSpPr txBox="1"/>
          <p:nvPr userDrawn="1"/>
        </p:nvSpPr>
        <p:spPr>
          <a:xfrm>
            <a:off x="91440" y="347472"/>
            <a:ext cx="502920" cy="6309360"/>
          </a:xfrm>
          <a:prstGeom prst="rect">
            <a:avLst/>
          </a:prstGeom>
          <a:noFill/>
        </p:spPr>
        <p:txBody>
          <a:bodyPr wrap="square" lIns="0" tIns="0" rIns="0" bIns="0" anchor="t"/>
          <a:lstStyle/>
          <a:p>
            <a:pPr algn="r">
              <a:lnSpc>
                <a:spcPts val="3350"/>
              </a:lnSpc>
              <a:buNone/>
            </a:pPr>
            <a:r>
              <a:rPr lang="en-GB" sz="1200" dirty="0">
                <a:solidFill>
                  <a:srgbClr val="AFA893"/>
                </a:solidFill>
                <a:latin typeface="Consolas"/>
              </a:rPr>
              <a:t>1</a:t>
            </a:r>
          </a:p>
          <a:p>
            <a:pPr algn="r">
              <a:lnSpc>
                <a:spcPts val="3350"/>
              </a:lnSpc>
              <a:buNone/>
            </a:pPr>
            <a:r>
              <a:rPr lang="en-GB" sz="1200" dirty="0">
                <a:solidFill>
                  <a:srgbClr val="AFA893"/>
                </a:solidFill>
                <a:latin typeface="Consolas"/>
              </a:rPr>
              <a:t>2</a:t>
            </a:r>
          </a:p>
          <a:p>
            <a:pPr algn="r">
              <a:lnSpc>
                <a:spcPts val="3350"/>
              </a:lnSpc>
              <a:buNone/>
            </a:pPr>
            <a:r>
              <a:rPr lang="en-GB" sz="1200" dirty="0">
                <a:solidFill>
                  <a:srgbClr val="AFA893"/>
                </a:solidFill>
                <a:latin typeface="Consolas"/>
              </a:rPr>
              <a:t>3</a:t>
            </a:r>
          </a:p>
          <a:p>
            <a:pPr algn="r">
              <a:lnSpc>
                <a:spcPts val="3350"/>
              </a:lnSpc>
              <a:buNone/>
            </a:pPr>
            <a:r>
              <a:rPr lang="en-GB" sz="1200" dirty="0">
                <a:solidFill>
                  <a:srgbClr val="AFA893"/>
                </a:solidFill>
                <a:latin typeface="Consolas"/>
              </a:rPr>
              <a:t>4</a:t>
            </a:r>
          </a:p>
          <a:p>
            <a:pPr algn="r">
              <a:lnSpc>
                <a:spcPts val="3350"/>
              </a:lnSpc>
              <a:buNone/>
            </a:pPr>
            <a:r>
              <a:rPr lang="en-GB" sz="1200" dirty="0">
                <a:solidFill>
                  <a:srgbClr val="AFA893"/>
                </a:solidFill>
                <a:latin typeface="Consolas"/>
              </a:rPr>
              <a:t>5</a:t>
            </a:r>
          </a:p>
          <a:p>
            <a:pPr algn="r">
              <a:lnSpc>
                <a:spcPts val="3350"/>
              </a:lnSpc>
              <a:buNone/>
            </a:pPr>
            <a:r>
              <a:rPr lang="en-GB" sz="1200" dirty="0">
                <a:solidFill>
                  <a:srgbClr val="AFA893"/>
                </a:solidFill>
                <a:latin typeface="Consolas"/>
              </a:rPr>
              <a:t>6</a:t>
            </a:r>
          </a:p>
          <a:p>
            <a:pPr algn="r">
              <a:lnSpc>
                <a:spcPts val="3350"/>
              </a:lnSpc>
              <a:buNone/>
            </a:pPr>
            <a:r>
              <a:rPr lang="en-GB" sz="1200" b="1" dirty="0">
                <a:solidFill>
                  <a:schemeClr val="accent2"/>
                </a:solidFill>
                <a:latin typeface="Consolas"/>
              </a:rPr>
              <a:t>7</a:t>
            </a:r>
          </a:p>
          <a:p>
            <a:pPr algn="r">
              <a:lnSpc>
                <a:spcPts val="3350"/>
              </a:lnSpc>
              <a:buNone/>
            </a:pPr>
            <a:r>
              <a:rPr lang="en-GB" sz="1200" dirty="0">
                <a:solidFill>
                  <a:srgbClr val="AFA893"/>
                </a:solidFill>
                <a:latin typeface="Consolas"/>
              </a:rPr>
              <a:t>8</a:t>
            </a:r>
          </a:p>
          <a:p>
            <a:pPr algn="r">
              <a:lnSpc>
                <a:spcPts val="3350"/>
              </a:lnSpc>
              <a:buNone/>
            </a:pPr>
            <a:r>
              <a:rPr lang="en-GB" sz="1200" dirty="0">
                <a:solidFill>
                  <a:srgbClr val="AFA893"/>
                </a:solidFill>
                <a:latin typeface="Consolas"/>
              </a:rPr>
              <a:t>9</a:t>
            </a:r>
          </a:p>
          <a:p>
            <a:pPr algn="r">
              <a:lnSpc>
                <a:spcPts val="3350"/>
              </a:lnSpc>
              <a:buNone/>
            </a:pPr>
            <a:r>
              <a:rPr lang="en-GB" sz="1200" dirty="0">
                <a:solidFill>
                  <a:srgbClr val="AFA893"/>
                </a:solidFill>
                <a:latin typeface="Consolas"/>
              </a:rPr>
              <a:t>10</a:t>
            </a:r>
          </a:p>
          <a:p>
            <a:pPr algn="r">
              <a:lnSpc>
                <a:spcPts val="3350"/>
              </a:lnSpc>
              <a:buNone/>
            </a:pPr>
            <a:r>
              <a:rPr lang="en-GB" sz="1200" dirty="0">
                <a:solidFill>
                  <a:srgbClr val="AFA893"/>
                </a:solidFill>
                <a:latin typeface="Consolas"/>
              </a:rPr>
              <a:t>11</a:t>
            </a:r>
          </a:p>
          <a:p>
            <a:pPr algn="r">
              <a:lnSpc>
                <a:spcPts val="3350"/>
              </a:lnSpc>
              <a:buNone/>
            </a:pPr>
            <a:r>
              <a:rPr lang="en-GB" sz="1200" dirty="0">
                <a:solidFill>
                  <a:srgbClr val="AFA893"/>
                </a:solidFill>
                <a:latin typeface="Consolas"/>
              </a:rPr>
              <a:t>12</a:t>
            </a:r>
          </a:p>
          <a:p>
            <a:pPr algn="r">
              <a:lnSpc>
                <a:spcPts val="3350"/>
              </a:lnSpc>
              <a:buNone/>
            </a:pPr>
            <a:r>
              <a:rPr lang="en-GB" sz="1200" dirty="0">
                <a:solidFill>
                  <a:srgbClr val="AFA893"/>
                </a:solidFill>
                <a:latin typeface="Consolas"/>
              </a:rPr>
              <a:t>13</a:t>
            </a:r>
          </a:p>
          <a:p>
            <a:pPr algn="r">
              <a:lnSpc>
                <a:spcPts val="3350"/>
              </a:lnSpc>
              <a:buNone/>
            </a:pPr>
            <a:r>
              <a:rPr lang="en-GB" sz="1200" dirty="0">
                <a:solidFill>
                  <a:srgbClr val="AFA893"/>
                </a:solidFill>
                <a:latin typeface="Consolas"/>
              </a:rPr>
              <a:t>14</a:t>
            </a:r>
          </a:p>
        </p:txBody>
      </p:sp>
      <p:cxnSp>
        <p:nvCxnSpPr>
          <p:cNvPr id="8" name="Gutter rule"/>
          <p:cNvCxnSpPr/>
          <p:nvPr userDrawn="1"/>
        </p:nvCxnSpPr>
        <p:spPr>
          <a:xfrm>
            <a:off x="731520" y="0"/>
            <a:ext cx="0" cy="6858000"/>
          </a:xfrm>
          <a:prstGeom prst="line">
            <a:avLst/>
          </a:prstGeom>
          <a:ln w="15875">
            <a:solidFill>
              <a:srgbClr val="DED8C9"/>
            </a:solidFill>
          </a:ln>
        </p:spPr>
      </p:cxnSp>
      <p:sp>
        <p:nvSpPr>
          <p:cNvPr id="9" name="Kicker slashes"/>
          <p:cNvSpPr txBox="1"/>
          <p:nvPr userDrawn="1"/>
        </p:nvSpPr>
        <p:spPr>
          <a:xfrm>
            <a:off x="1051560" y="1874519"/>
            <a:ext cx="502920" cy="502920"/>
          </a:xfrm>
          <a:prstGeom prst="rect">
            <a:avLst/>
          </a:prstGeom>
          <a:noFill/>
        </p:spPr>
        <p:txBody>
          <a:bodyPr wrap="none" lIns="91440" tIns="45720" rIns="91440" bIns="45720" anchor="b"/>
          <a:lstStyle/>
          <a:p>
            <a:pPr algn="l">
              <a:buNone/>
            </a:pPr>
            <a:r>
              <a:rPr lang="en-GB" sz="2000" b="1" dirty="0">
                <a:solidFill>
                  <a:schemeClr val="accent2"/>
                </a:solidFill>
                <a:latin typeface="Consolas"/>
              </a:rPr>
              <a:t>//</a:t>
            </a:r>
          </a:p>
        </p:txBody>
      </p:sp>
    </p:spTree>
    <p:extLst>
      <p:ext uri="{BB962C8B-B14F-4D97-AF65-F5344CB8AC3E}">
        <p14:creationId xmlns:p14="http://schemas.microsoft.com/office/powerpoint/2010/main" val="22513420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5D2E88-8DF5-9050-4762-1E314092597C}"/>
              </a:ext>
            </a:extLst>
          </p:cNvPr>
          <p:cNvSpPr>
            <a:spLocks noGrp="1"/>
          </p:cNvSpPr>
          <p:nvPr>
            <p:ph type="title"/>
          </p:nvPr>
        </p:nvSpPr>
        <p:spPr>
          <a:xfrm>
            <a:off x="1051560" y="384048"/>
            <a:ext cx="10591800" cy="1005840"/>
          </a:xfrm>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C0F98EFA-6AA9-D2C5-6D83-ED1E8A328F65}"/>
              </a:ext>
            </a:extLst>
          </p:cNvPr>
          <p:cNvSpPr>
            <a:spLocks noGrp="1"/>
          </p:cNvSpPr>
          <p:nvPr>
            <p:ph idx="1"/>
          </p:nvPr>
        </p:nvSpPr>
        <p:spPr>
          <a:xfrm>
            <a:off x="1051560" y="1508760"/>
            <a:ext cx="10591800" cy="4846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B0591C13-F453-A3C2-1AA9-D00F55A9FC15}"/>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5" name="Footer Placeholder 4">
            <a:extLst>
              <a:ext uri="{FF2B5EF4-FFF2-40B4-BE49-F238E27FC236}">
                <a16:creationId xmlns:a16="http://schemas.microsoft.com/office/drawing/2014/main" id="{EBCFC658-79A7-5747-9C33-C2295EFD71BA}"/>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DD7BFBD6-2FBF-5F8A-CBFC-2CFD102E627C}"/>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32587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8BCA1-CB3C-FDDF-3E28-06A065D8A4BB}"/>
              </a:ext>
            </a:extLst>
          </p:cNvPr>
          <p:cNvSpPr>
            <a:spLocks noGrp="1"/>
          </p:cNvSpPr>
          <p:nvPr>
            <p:ph type="title"/>
          </p:nvPr>
        </p:nvSpPr>
        <p:spPr>
          <a:xfrm>
            <a:off x="1051560" y="1737360"/>
            <a:ext cx="10591800" cy="1737360"/>
          </a:xfrm>
        </p:spPr>
        <p:txBody>
          <a:bodyPr anchor="b"/>
          <a:lstStyle>
            <a:lvl1pPr marL="0" indent="0" algn="l">
              <a:buNone/>
              <a:defRPr sz="4000" b="1"/>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D0C9F3B9-0D4D-E076-0DBE-3642292C26BB}"/>
              </a:ext>
            </a:extLst>
          </p:cNvPr>
          <p:cNvSpPr>
            <a:spLocks noGrp="1"/>
          </p:cNvSpPr>
          <p:nvPr>
            <p:ph type="body" idx="1"/>
          </p:nvPr>
        </p:nvSpPr>
        <p:spPr>
          <a:xfrm>
            <a:off x="1051560" y="3611880"/>
            <a:ext cx="9677400" cy="1645920"/>
          </a:xfrm>
        </p:spPr>
        <p:txBody>
          <a:bodyPr anchor="t"/>
          <a:lstStyle>
            <a:lvl1pPr marL="0" indent="0" algn="l">
              <a:buNone/>
              <a:defRPr sz="2200">
                <a:solidFill>
                  <a:schemeClr val="tx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99059F-F7C4-C55C-D4D0-F0D585638F04}"/>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5" name="Footer Placeholder 4">
            <a:extLst>
              <a:ext uri="{FF2B5EF4-FFF2-40B4-BE49-F238E27FC236}">
                <a16:creationId xmlns:a16="http://schemas.microsoft.com/office/drawing/2014/main" id="{7B186AEC-2A64-8411-77E9-0323B1094D0F}"/>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04192C13-0DF6-4A46-30C3-206E6469B1D4}"/>
              </a:ext>
            </a:extLst>
          </p:cNvPr>
          <p:cNvSpPr>
            <a:spLocks noGrp="1"/>
          </p:cNvSpPr>
          <p:nvPr>
            <p:ph type="sldNum" sz="quarter" idx="12"/>
          </p:nvPr>
        </p:nvSpPr>
        <p:spPr/>
        <p:txBody>
          <a:bodyPr/>
          <a:lstStyle/>
          <a:p>
            <a:fld id="{130627C6-651F-4714-B9C1-060194F0E4B7}" type="slidenum">
              <a:rPr lang="en-IE" smtClean="0"/>
              <a:t>‹#›</a:t>
            </a:fld>
            <a:endParaRPr lang="en-IE"/>
          </a:p>
        </p:txBody>
      </p:sp>
      <p:sp>
        <p:nvSpPr>
          <p:cNvPr id="7" name="Gutter line numbers"/>
          <p:cNvSpPr txBox="1"/>
          <p:nvPr userDrawn="1"/>
        </p:nvSpPr>
        <p:spPr>
          <a:xfrm>
            <a:off x="91440" y="347472"/>
            <a:ext cx="502920" cy="6309360"/>
          </a:xfrm>
          <a:prstGeom prst="rect">
            <a:avLst/>
          </a:prstGeom>
          <a:noFill/>
        </p:spPr>
        <p:txBody>
          <a:bodyPr wrap="square" lIns="0" tIns="0" rIns="0" bIns="0" anchor="t"/>
          <a:lstStyle/>
          <a:p>
            <a:pPr algn="r">
              <a:lnSpc>
                <a:spcPts val="3350"/>
              </a:lnSpc>
              <a:buNone/>
            </a:pPr>
            <a:r>
              <a:rPr lang="en-GB" sz="1200" dirty="0">
                <a:solidFill>
                  <a:srgbClr val="AFA893"/>
                </a:solidFill>
                <a:latin typeface="Consolas"/>
              </a:rPr>
              <a:t>1</a:t>
            </a:r>
          </a:p>
          <a:p>
            <a:pPr algn="r">
              <a:lnSpc>
                <a:spcPts val="3350"/>
              </a:lnSpc>
              <a:buNone/>
            </a:pPr>
            <a:r>
              <a:rPr lang="en-GB" sz="1200" dirty="0">
                <a:solidFill>
                  <a:srgbClr val="AFA893"/>
                </a:solidFill>
                <a:latin typeface="Consolas"/>
              </a:rPr>
              <a:t>2</a:t>
            </a:r>
          </a:p>
          <a:p>
            <a:pPr algn="r">
              <a:lnSpc>
                <a:spcPts val="3350"/>
              </a:lnSpc>
              <a:buNone/>
            </a:pPr>
            <a:r>
              <a:rPr lang="en-GB" sz="1200" dirty="0">
                <a:solidFill>
                  <a:srgbClr val="AFA893"/>
                </a:solidFill>
                <a:latin typeface="Consolas"/>
              </a:rPr>
              <a:t>3</a:t>
            </a:r>
          </a:p>
          <a:p>
            <a:pPr algn="r">
              <a:lnSpc>
                <a:spcPts val="3350"/>
              </a:lnSpc>
              <a:buNone/>
            </a:pPr>
            <a:r>
              <a:rPr lang="en-GB" sz="1200" dirty="0">
                <a:solidFill>
                  <a:srgbClr val="AFA893"/>
                </a:solidFill>
                <a:latin typeface="Consolas"/>
              </a:rPr>
              <a:t>4</a:t>
            </a:r>
          </a:p>
          <a:p>
            <a:pPr algn="r">
              <a:lnSpc>
                <a:spcPts val="3350"/>
              </a:lnSpc>
              <a:buNone/>
            </a:pPr>
            <a:r>
              <a:rPr lang="en-GB" sz="1200" dirty="0">
                <a:solidFill>
                  <a:srgbClr val="AFA893"/>
                </a:solidFill>
                <a:latin typeface="Consolas"/>
              </a:rPr>
              <a:t>5</a:t>
            </a:r>
          </a:p>
          <a:p>
            <a:pPr algn="r">
              <a:lnSpc>
                <a:spcPts val="3350"/>
              </a:lnSpc>
              <a:buNone/>
            </a:pPr>
            <a:r>
              <a:rPr lang="en-GB" sz="1200" b="1" dirty="0">
                <a:solidFill>
                  <a:schemeClr val="accent2"/>
                </a:solidFill>
                <a:latin typeface="Consolas"/>
              </a:rPr>
              <a:t>6</a:t>
            </a:r>
          </a:p>
          <a:p>
            <a:pPr algn="r">
              <a:lnSpc>
                <a:spcPts val="3350"/>
              </a:lnSpc>
              <a:buNone/>
            </a:pPr>
            <a:r>
              <a:rPr lang="en-GB" sz="1200" dirty="0">
                <a:solidFill>
                  <a:srgbClr val="AFA893"/>
                </a:solidFill>
                <a:latin typeface="Consolas"/>
              </a:rPr>
              <a:t>7</a:t>
            </a:r>
          </a:p>
          <a:p>
            <a:pPr algn="r">
              <a:lnSpc>
                <a:spcPts val="3350"/>
              </a:lnSpc>
              <a:buNone/>
            </a:pPr>
            <a:r>
              <a:rPr lang="en-GB" sz="1200" dirty="0">
                <a:solidFill>
                  <a:srgbClr val="AFA893"/>
                </a:solidFill>
                <a:latin typeface="Consolas"/>
              </a:rPr>
              <a:t>8</a:t>
            </a:r>
          </a:p>
          <a:p>
            <a:pPr algn="r">
              <a:lnSpc>
                <a:spcPts val="3350"/>
              </a:lnSpc>
              <a:buNone/>
            </a:pPr>
            <a:r>
              <a:rPr lang="en-GB" sz="1200" dirty="0">
                <a:solidFill>
                  <a:srgbClr val="AFA893"/>
                </a:solidFill>
                <a:latin typeface="Consolas"/>
              </a:rPr>
              <a:t>9</a:t>
            </a:r>
          </a:p>
          <a:p>
            <a:pPr algn="r">
              <a:lnSpc>
                <a:spcPts val="3350"/>
              </a:lnSpc>
              <a:buNone/>
            </a:pPr>
            <a:r>
              <a:rPr lang="en-GB" sz="1200" dirty="0">
                <a:solidFill>
                  <a:srgbClr val="AFA893"/>
                </a:solidFill>
                <a:latin typeface="Consolas"/>
              </a:rPr>
              <a:t>10</a:t>
            </a:r>
          </a:p>
          <a:p>
            <a:pPr algn="r">
              <a:lnSpc>
                <a:spcPts val="3350"/>
              </a:lnSpc>
              <a:buNone/>
            </a:pPr>
            <a:r>
              <a:rPr lang="en-GB" sz="1200" dirty="0">
                <a:solidFill>
                  <a:srgbClr val="AFA893"/>
                </a:solidFill>
                <a:latin typeface="Consolas"/>
              </a:rPr>
              <a:t>11</a:t>
            </a:r>
          </a:p>
          <a:p>
            <a:pPr algn="r">
              <a:lnSpc>
                <a:spcPts val="3350"/>
              </a:lnSpc>
              <a:buNone/>
            </a:pPr>
            <a:r>
              <a:rPr lang="en-GB" sz="1200" dirty="0">
                <a:solidFill>
                  <a:srgbClr val="AFA893"/>
                </a:solidFill>
                <a:latin typeface="Consolas"/>
              </a:rPr>
              <a:t>12</a:t>
            </a:r>
          </a:p>
          <a:p>
            <a:pPr algn="r">
              <a:lnSpc>
                <a:spcPts val="3350"/>
              </a:lnSpc>
              <a:buNone/>
            </a:pPr>
            <a:r>
              <a:rPr lang="en-GB" sz="1200" dirty="0">
                <a:solidFill>
                  <a:srgbClr val="AFA893"/>
                </a:solidFill>
                <a:latin typeface="Consolas"/>
              </a:rPr>
              <a:t>13</a:t>
            </a:r>
          </a:p>
          <a:p>
            <a:pPr algn="r">
              <a:lnSpc>
                <a:spcPts val="3350"/>
              </a:lnSpc>
              <a:buNone/>
            </a:pPr>
            <a:r>
              <a:rPr lang="en-GB" sz="1200" dirty="0">
                <a:solidFill>
                  <a:srgbClr val="AFA893"/>
                </a:solidFill>
                <a:latin typeface="Consolas"/>
              </a:rPr>
              <a:t>14</a:t>
            </a:r>
          </a:p>
        </p:txBody>
      </p:sp>
      <p:cxnSp>
        <p:nvCxnSpPr>
          <p:cNvPr id="8" name="Gutter rule"/>
          <p:cNvCxnSpPr/>
          <p:nvPr userDrawn="1"/>
        </p:nvCxnSpPr>
        <p:spPr>
          <a:xfrm>
            <a:off x="731520" y="0"/>
            <a:ext cx="0" cy="6858000"/>
          </a:xfrm>
          <a:prstGeom prst="line">
            <a:avLst/>
          </a:prstGeom>
          <a:ln w="15875">
            <a:solidFill>
              <a:srgbClr val="DED8C9"/>
            </a:solidFill>
          </a:ln>
        </p:spPr>
      </p:cxnSp>
    </p:spTree>
    <p:extLst>
      <p:ext uri="{BB962C8B-B14F-4D97-AF65-F5344CB8AC3E}">
        <p14:creationId xmlns:p14="http://schemas.microsoft.com/office/powerpoint/2010/main" val="14747225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5AB97-4BB3-1976-0902-80A67B194433}"/>
              </a:ext>
            </a:extLst>
          </p:cNvPr>
          <p:cNvSpPr>
            <a:spLocks noGrp="1"/>
          </p:cNvSpPr>
          <p:nvPr>
            <p:ph type="title"/>
          </p:nvPr>
        </p:nvSpPr>
        <p:spPr>
          <a:xfrm>
            <a:off x="1051560" y="384048"/>
            <a:ext cx="10591800" cy="1005840"/>
          </a:xfrm>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9A884BF3-1653-41E6-3AE7-B43DD3246CF3}"/>
              </a:ext>
            </a:extLst>
          </p:cNvPr>
          <p:cNvSpPr>
            <a:spLocks noGrp="1"/>
          </p:cNvSpPr>
          <p:nvPr>
            <p:ph sz="half" idx="1"/>
          </p:nvPr>
        </p:nvSpPr>
        <p:spPr>
          <a:xfrm>
            <a:off x="1051560" y="1508760"/>
            <a:ext cx="5067300" cy="4846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33ECF0F9-07C7-DCEA-4A52-78BF208D4E17}"/>
              </a:ext>
            </a:extLst>
          </p:cNvPr>
          <p:cNvSpPr>
            <a:spLocks noGrp="1"/>
          </p:cNvSpPr>
          <p:nvPr>
            <p:ph sz="half" idx="2"/>
          </p:nvPr>
        </p:nvSpPr>
        <p:spPr>
          <a:xfrm>
            <a:off x="6576060" y="1508760"/>
            <a:ext cx="5067300" cy="48463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CA03F3CD-33A2-58EF-A2B6-3155CB6D3280}"/>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6" name="Footer Placeholder 5">
            <a:extLst>
              <a:ext uri="{FF2B5EF4-FFF2-40B4-BE49-F238E27FC236}">
                <a16:creationId xmlns:a16="http://schemas.microsoft.com/office/drawing/2014/main" id="{C9926457-C0F5-519F-7288-3F8FD225B8A0}"/>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13582587-58E4-EF2B-A838-5DD81E60F8E5}"/>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10207986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DB3A6-D6B7-5203-01F9-01895E998B6A}"/>
              </a:ext>
            </a:extLst>
          </p:cNvPr>
          <p:cNvSpPr>
            <a:spLocks noGrp="1"/>
          </p:cNvSpPr>
          <p:nvPr>
            <p:ph type="title"/>
          </p:nvPr>
        </p:nvSpPr>
        <p:spPr>
          <a:xfrm>
            <a:off x="1051560" y="384048"/>
            <a:ext cx="10591800" cy="1005840"/>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142F37BF-7B7F-74EF-EE3C-D695E8485CFB}"/>
              </a:ext>
            </a:extLst>
          </p:cNvPr>
          <p:cNvSpPr>
            <a:spLocks noGrp="1"/>
          </p:cNvSpPr>
          <p:nvPr>
            <p:ph type="body" idx="1"/>
          </p:nvPr>
        </p:nvSpPr>
        <p:spPr>
          <a:xfrm>
            <a:off x="1051560" y="1508760"/>
            <a:ext cx="5067300" cy="548640"/>
          </a:xfrm>
        </p:spPr>
        <p:txBody>
          <a:bodyPr anchor="b"/>
          <a:lstStyle>
            <a:lvl1pPr marL="0" indent="0" algn="l">
              <a:buNone/>
              <a:defRPr sz="20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BDB3D4-1BB1-AF7E-40C5-64E778F92D64}"/>
              </a:ext>
            </a:extLst>
          </p:cNvPr>
          <p:cNvSpPr>
            <a:spLocks noGrp="1"/>
          </p:cNvSpPr>
          <p:nvPr>
            <p:ph sz="half" idx="2"/>
          </p:nvPr>
        </p:nvSpPr>
        <p:spPr>
          <a:xfrm>
            <a:off x="1051560" y="2148840"/>
            <a:ext cx="5067300" cy="42062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DD3BC921-9555-E241-1465-804CD7B0C46B}"/>
              </a:ext>
            </a:extLst>
          </p:cNvPr>
          <p:cNvSpPr>
            <a:spLocks noGrp="1"/>
          </p:cNvSpPr>
          <p:nvPr>
            <p:ph type="body" sz="quarter" idx="3"/>
          </p:nvPr>
        </p:nvSpPr>
        <p:spPr>
          <a:xfrm>
            <a:off x="6576060" y="1508760"/>
            <a:ext cx="5067300" cy="548640"/>
          </a:xfrm>
        </p:spPr>
        <p:txBody>
          <a:bodyPr anchor="b"/>
          <a:lstStyle>
            <a:lvl1pPr marL="0" indent="0" algn="l">
              <a:buNone/>
              <a:defRPr sz="20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C4580C0-6CF6-945C-1504-239F7AB008A6}"/>
              </a:ext>
            </a:extLst>
          </p:cNvPr>
          <p:cNvSpPr>
            <a:spLocks noGrp="1"/>
          </p:cNvSpPr>
          <p:nvPr>
            <p:ph sz="quarter" idx="4"/>
          </p:nvPr>
        </p:nvSpPr>
        <p:spPr>
          <a:xfrm>
            <a:off x="6576060" y="2148840"/>
            <a:ext cx="5067300" cy="42062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1D50DBC6-A34D-EB10-028C-65FE2724E915}"/>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8" name="Footer Placeholder 7">
            <a:extLst>
              <a:ext uri="{FF2B5EF4-FFF2-40B4-BE49-F238E27FC236}">
                <a16:creationId xmlns:a16="http://schemas.microsoft.com/office/drawing/2014/main" id="{FD95949E-8297-7E4B-08A6-7F5D22199DDF}"/>
              </a:ext>
            </a:extLst>
          </p:cNvPr>
          <p:cNvSpPr>
            <a:spLocks noGrp="1"/>
          </p:cNvSpPr>
          <p:nvPr>
            <p:ph type="ftr" sz="quarter" idx="11"/>
          </p:nvPr>
        </p:nvSpPr>
        <p:spPr/>
        <p:txBody>
          <a:bodyPr/>
          <a:lstStyle/>
          <a:p>
            <a:endParaRPr lang="en-IE"/>
          </a:p>
        </p:txBody>
      </p:sp>
      <p:sp>
        <p:nvSpPr>
          <p:cNvPr id="9" name="Slide Number Placeholder 8">
            <a:extLst>
              <a:ext uri="{FF2B5EF4-FFF2-40B4-BE49-F238E27FC236}">
                <a16:creationId xmlns:a16="http://schemas.microsoft.com/office/drawing/2014/main" id="{08A64FB8-37AF-F828-B8E5-B144B6556194}"/>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16214796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08704-DFDE-CE6F-A7DC-89FF3376A2F8}"/>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ECC5D5D3-32A2-D568-3BBB-361355CF8ABF}"/>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4" name="Footer Placeholder 3">
            <a:extLst>
              <a:ext uri="{FF2B5EF4-FFF2-40B4-BE49-F238E27FC236}">
                <a16:creationId xmlns:a16="http://schemas.microsoft.com/office/drawing/2014/main" id="{1B36C9D4-D9FA-B627-5883-F92881543357}"/>
              </a:ext>
            </a:extLst>
          </p:cNvPr>
          <p:cNvSpPr>
            <a:spLocks noGrp="1"/>
          </p:cNvSpPr>
          <p:nvPr>
            <p:ph type="ftr" sz="quarter" idx="11"/>
          </p:nvPr>
        </p:nvSpPr>
        <p:spPr/>
        <p:txBody>
          <a:bodyPr/>
          <a:lstStyle/>
          <a:p>
            <a:endParaRPr lang="en-IE"/>
          </a:p>
        </p:txBody>
      </p:sp>
      <p:sp>
        <p:nvSpPr>
          <p:cNvPr id="5" name="Slide Number Placeholder 4">
            <a:extLst>
              <a:ext uri="{FF2B5EF4-FFF2-40B4-BE49-F238E27FC236}">
                <a16:creationId xmlns:a16="http://schemas.microsoft.com/office/drawing/2014/main" id="{7BB348EB-A39A-6E2D-2E70-97CBEE3165B4}"/>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32421648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58CF1C-7600-7AA7-28DA-A94FBDCD77D7}"/>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3" name="Footer Placeholder 2">
            <a:extLst>
              <a:ext uri="{FF2B5EF4-FFF2-40B4-BE49-F238E27FC236}">
                <a16:creationId xmlns:a16="http://schemas.microsoft.com/office/drawing/2014/main" id="{0EF5CE0B-3FAC-4C1F-1590-8702CD5C5018}"/>
              </a:ext>
            </a:extLst>
          </p:cNvPr>
          <p:cNvSpPr>
            <a:spLocks noGrp="1"/>
          </p:cNvSpPr>
          <p:nvPr>
            <p:ph type="ftr" sz="quarter" idx="11"/>
          </p:nvPr>
        </p:nvSpPr>
        <p:spPr/>
        <p:txBody>
          <a:bodyPr/>
          <a:lstStyle/>
          <a:p>
            <a:endParaRPr lang="en-IE"/>
          </a:p>
        </p:txBody>
      </p:sp>
      <p:sp>
        <p:nvSpPr>
          <p:cNvPr id="4" name="Slide Number Placeholder 3">
            <a:extLst>
              <a:ext uri="{FF2B5EF4-FFF2-40B4-BE49-F238E27FC236}">
                <a16:creationId xmlns:a16="http://schemas.microsoft.com/office/drawing/2014/main" id="{565BD2B3-77D9-BED2-0A4F-1F22210170D8}"/>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2347684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4A86B-219A-38F9-6AC4-EBBAD9BF82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8D039B15-F543-73EC-F19E-853DC09151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498B2DEC-A277-86D0-2C7A-B6DDA33D8F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CD90A1-4C2E-09C1-EE3F-56FC94765E2E}"/>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6" name="Footer Placeholder 5">
            <a:extLst>
              <a:ext uri="{FF2B5EF4-FFF2-40B4-BE49-F238E27FC236}">
                <a16:creationId xmlns:a16="http://schemas.microsoft.com/office/drawing/2014/main" id="{DB39F80E-2234-2450-2348-F356744BC079}"/>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6D3B14E8-421E-7389-B35E-E446D122D8F9}"/>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34145990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72AEB-9ABC-699D-8ED1-24DB3B7DDD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3D8D49E0-4992-3F72-A0C2-BEC20CEE0E4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20DAA23C-76DC-DCB8-6D0D-CBCB6771FD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DE669A-F5FE-5956-03E8-88DAB4E2A37D}"/>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6" name="Footer Placeholder 5">
            <a:extLst>
              <a:ext uri="{FF2B5EF4-FFF2-40B4-BE49-F238E27FC236}">
                <a16:creationId xmlns:a16="http://schemas.microsoft.com/office/drawing/2014/main" id="{7A759012-7CE0-2E93-D1A5-7734A5FD3939}"/>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D9AE601F-C9CF-B0D3-A549-4C3DDAD54BAD}"/>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1127075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7F9877-091A-2D55-1883-9FD7515D87B9}"/>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C6BE438E-D914-88C4-220B-7086E7CD367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07576220-DDB0-FE7C-3FC8-DD8985BECFF9}"/>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5" name="Footer Placeholder 4">
            <a:extLst>
              <a:ext uri="{FF2B5EF4-FFF2-40B4-BE49-F238E27FC236}">
                <a16:creationId xmlns:a16="http://schemas.microsoft.com/office/drawing/2014/main" id="{7C09C4C0-8988-D40C-2EEE-9174B6BE225C}"/>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41EFCD6A-DA8E-B88C-FDE6-C5CE5236919B}"/>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41968264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C765AD-C417-976E-FAE2-D175648ACA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5F1CBEEC-E0B4-1E7E-5168-CA337DF4BC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297D147-C52B-1381-F244-C715759166BC}"/>
              </a:ext>
            </a:extLst>
          </p:cNvPr>
          <p:cNvSpPr>
            <a:spLocks noGrp="1"/>
          </p:cNvSpPr>
          <p:nvPr>
            <p:ph type="dt" sz="half" idx="10"/>
          </p:nvPr>
        </p:nvSpPr>
        <p:spPr/>
        <p:txBody>
          <a:bodyPr/>
          <a:lstStyle/>
          <a:p>
            <a:fld id="{44A5CEE2-6E65-48D0-90B9-EB2BBC28F974}" type="datetimeFigureOut">
              <a:rPr lang="en-IE" smtClean="0"/>
              <a:t>27/09/2026</a:t>
            </a:fld>
            <a:endParaRPr lang="en-IE"/>
          </a:p>
        </p:txBody>
      </p:sp>
      <p:sp>
        <p:nvSpPr>
          <p:cNvPr id="5" name="Footer Placeholder 4">
            <a:extLst>
              <a:ext uri="{FF2B5EF4-FFF2-40B4-BE49-F238E27FC236}">
                <a16:creationId xmlns:a16="http://schemas.microsoft.com/office/drawing/2014/main" id="{7D4108D3-012B-6D6A-0D5B-59B77E2219B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C4E96939-C830-124A-BFEE-6DCBE91F0802}"/>
              </a:ext>
            </a:extLst>
          </p:cNvPr>
          <p:cNvSpPr>
            <a:spLocks noGrp="1"/>
          </p:cNvSpPr>
          <p:nvPr>
            <p:ph type="sldNum" sz="quarter" idx="12"/>
          </p:nvPr>
        </p:nvSpPr>
        <p:spPr/>
        <p:txBody>
          <a:bodyPr/>
          <a:lstStyle/>
          <a:p>
            <a:fld id="{130627C6-651F-4714-B9C1-060194F0E4B7}" type="slidenum">
              <a:rPr lang="en-IE" smtClean="0"/>
              <a:t>‹#›</a:t>
            </a:fld>
            <a:endParaRPr lang="en-IE"/>
          </a:p>
        </p:txBody>
      </p:sp>
    </p:spTree>
    <p:extLst>
      <p:ext uri="{BB962C8B-B14F-4D97-AF65-F5344CB8AC3E}">
        <p14:creationId xmlns:p14="http://schemas.microsoft.com/office/powerpoint/2010/main" val="2734079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3CD8D4-F5C3-0B73-F650-0212DED17F58}"/>
              </a:ext>
            </a:extLst>
          </p:cNvPr>
          <p:cNvSpPr>
            <a:spLocks noGrp="1"/>
          </p:cNvSpPr>
          <p:nvPr>
            <p:ph type="title"/>
          </p:nvPr>
        </p:nvSpPr>
        <p:spPr>
          <a:xfrm>
            <a:off x="1051560" y="384048"/>
            <a:ext cx="10591800" cy="1005840"/>
          </a:xfrm>
          <a:prstGeom prst="rect">
            <a:avLst/>
          </a:prstGeom>
        </p:spPr>
        <p:txBody>
          <a:bodyPr vert="horz" lIns="91440" tIns="45720" rIns="91440" bIns="45720" rtlCol="0" anchor="b">
            <a:normAutofit/>
          </a:bodyPr>
          <a:lstStyle/>
          <a:p>
            <a:r>
              <a:rPr lang="en-US"/>
              <a:t>Click to edit Master title style</a:t>
            </a:r>
            <a:endParaRPr lang="en-IE"/>
          </a:p>
        </p:txBody>
      </p:sp>
      <p:sp>
        <p:nvSpPr>
          <p:cNvPr id="3" name="Text Placeholder 2">
            <a:extLst>
              <a:ext uri="{FF2B5EF4-FFF2-40B4-BE49-F238E27FC236}">
                <a16:creationId xmlns:a16="http://schemas.microsoft.com/office/drawing/2014/main" id="{F054274A-DC38-0EF2-2A2F-B9C1ED2F24D6}"/>
              </a:ext>
            </a:extLst>
          </p:cNvPr>
          <p:cNvSpPr>
            <a:spLocks noGrp="1"/>
          </p:cNvSpPr>
          <p:nvPr>
            <p:ph type="body" idx="1"/>
          </p:nvPr>
        </p:nvSpPr>
        <p:spPr>
          <a:xfrm>
            <a:off x="1051560" y="1508760"/>
            <a:ext cx="10591800" cy="48463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C54D09B4-CDB1-3BA3-3E9E-247C5C7981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4A5CEE2-6E65-48D0-90B9-EB2BBC28F974}" type="datetimeFigureOut">
              <a:rPr lang="en-IE" smtClean="0"/>
              <a:t>27/09/2026</a:t>
            </a:fld>
            <a:endParaRPr lang="en-IE"/>
          </a:p>
        </p:txBody>
      </p:sp>
      <p:sp>
        <p:nvSpPr>
          <p:cNvPr id="5" name="Footer Placeholder 4">
            <a:extLst>
              <a:ext uri="{FF2B5EF4-FFF2-40B4-BE49-F238E27FC236}">
                <a16:creationId xmlns:a16="http://schemas.microsoft.com/office/drawing/2014/main" id="{A7C95F35-2780-7753-AC5E-CE5B046134B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E"/>
          </a:p>
        </p:txBody>
      </p:sp>
      <p:sp>
        <p:nvSpPr>
          <p:cNvPr id="6" name="Slide Number Placeholder 5">
            <a:extLst>
              <a:ext uri="{FF2B5EF4-FFF2-40B4-BE49-F238E27FC236}">
                <a16:creationId xmlns:a16="http://schemas.microsoft.com/office/drawing/2014/main" id="{3B851B3B-DF87-9B31-6232-5C1188F2AF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30627C6-651F-4714-B9C1-060194F0E4B7}" type="slidenum">
              <a:rPr lang="en-IE" smtClean="0"/>
              <a:t>‹#›</a:t>
            </a:fld>
            <a:endParaRPr lang="en-IE"/>
          </a:p>
        </p:txBody>
      </p:sp>
      <p:cxnSp>
        <p:nvCxnSpPr>
          <p:cNvPr id="7" name="Gutter rule"/>
          <p:cNvCxnSpPr/>
          <p:nvPr userDrawn="1"/>
        </p:nvCxnSpPr>
        <p:spPr>
          <a:xfrm>
            <a:off x="731520" y="0"/>
            <a:ext cx="0" cy="6858000"/>
          </a:xfrm>
          <a:prstGeom prst="line">
            <a:avLst/>
          </a:prstGeom>
          <a:ln w="15875">
            <a:solidFill>
              <a:srgbClr val="DED8C9"/>
            </a:solidFill>
          </a:ln>
        </p:spPr>
      </p:cxnSp>
      <p:sp>
        <p:nvSpPr>
          <p:cNvPr id="8" name="Line number"/>
          <p:cNvSpPr txBox="1"/>
          <p:nvPr userDrawn="1"/>
        </p:nvSpPr>
        <p:spPr>
          <a:xfrm>
            <a:off x="91440" y="6291072"/>
            <a:ext cx="502920" cy="274320"/>
          </a:xfrm>
          <a:prstGeom prst="rect">
            <a:avLst/>
          </a:prstGeom>
          <a:noFill/>
        </p:spPr>
        <p:txBody>
          <a:bodyPr wrap="square" lIns="0" tIns="0" rIns="0" bIns="0" anchor="b"/>
          <a:lstStyle/>
          <a:p>
            <a:pPr algn="r">
              <a:buNone/>
            </a:pPr>
            <a:fld id="{B6F15528-21DE-4FAA-801E-634DDDAF4B2B}" type="slidenum">
              <a:rPr lang="en-GB" sz="1200" dirty="0">
                <a:solidFill>
                  <a:srgbClr val="AFA893"/>
                </a:solidFill>
                <a:latin typeface="Consolas"/>
              </a:rPr>
              <a:t>‹#›</a:t>
            </a:fld>
            <a:endParaRPr lang="en-GB" sz="1200" dirty="0">
              <a:solidFill>
                <a:srgbClr val="AFA893"/>
              </a:solidFill>
              <a:latin typeface="Consolas"/>
            </a:endParaRPr>
          </a:p>
        </p:txBody>
      </p:sp>
    </p:spTree>
    <p:extLst>
      <p:ext uri="{BB962C8B-B14F-4D97-AF65-F5344CB8AC3E}">
        <p14:creationId xmlns:p14="http://schemas.microsoft.com/office/powerpoint/2010/main" val="2671947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eaLnBrk="1" latinLnBrk="0" hangingPunct="1">
        <a:lnSpc>
          <a:spcPct val="90000"/>
        </a:lnSpc>
        <a:spcBef>
          <a:spcPct val="0"/>
        </a:spcBef>
        <a:buNone/>
        <a:defRPr sz="3200" b="1">
          <a:solidFill>
            <a:schemeClr val="tx1"/>
          </a:solidFill>
          <a:latin typeface="+mj-lt"/>
        </a:defRPr>
      </a:lvl1pPr>
    </p:titleStyle>
    <p:bodyStyle>
      <a:lvl1pPr marL="342900" indent="-342900" algn="l" rtl="0" eaLnBrk="1" latinLnBrk="0" hangingPunct="1">
        <a:lnSpc>
          <a:spcPct val="90000"/>
        </a:lnSpc>
        <a:spcBef>
          <a:spcPts val="1200"/>
        </a:spcBef>
        <a:buClr>
          <a:schemeClr val="accent2"/>
        </a:buClr>
        <a:buFont typeface="Consolas"/>
        <a:buChar char="›"/>
        <a:defRPr sz="2400" b="0">
          <a:solidFill>
            <a:schemeClr val="tx1"/>
          </a:solidFill>
          <a:latin typeface="+mn-lt"/>
        </a:defRPr>
      </a:lvl1pPr>
      <a:lvl2pPr marL="742950" indent="-285750" algn="l" rtl="0" eaLnBrk="1" latinLnBrk="0" hangingPunct="1">
        <a:lnSpc>
          <a:spcPct val="90000"/>
        </a:lnSpc>
        <a:spcBef>
          <a:spcPts val="600"/>
        </a:spcBef>
        <a:buClr>
          <a:schemeClr val="tx2"/>
        </a:buClr>
        <a:buFont typeface="Aptos"/>
        <a:buChar char="–"/>
        <a:defRPr sz="2000" b="0">
          <a:solidFill>
            <a:schemeClr val="tx1"/>
          </a:solidFill>
          <a:latin typeface="+mn-lt"/>
        </a:defRPr>
      </a:lvl2pPr>
      <a:lvl3pPr marL="1085850" indent="-228600" algn="l" rtl="0" eaLnBrk="1" latinLnBrk="0" hangingPunct="1">
        <a:lnSpc>
          <a:spcPct val="90000"/>
        </a:lnSpc>
        <a:spcBef>
          <a:spcPts val="600"/>
        </a:spcBef>
        <a:buClr>
          <a:schemeClr val="tx2"/>
        </a:buClr>
        <a:buFont typeface="Aptos"/>
        <a:buChar char="·"/>
        <a:defRPr sz="1800" b="0">
          <a:solidFill>
            <a:schemeClr val="tx1"/>
          </a:solidFill>
          <a:latin typeface="+mn-lt"/>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chart" Target="../charts/char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chart" Target="../charts/char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t>Prompting and Context Engineering</a:t>
            </a:r>
          </a:p>
        </p:txBody>
      </p:sp>
      <p:sp>
        <p:nvSpPr>
          <p:cNvPr id="3" name="Subtitle 2"/>
          <p:cNvSpPr>
            <a:spLocks noGrp="1"/>
          </p:cNvSpPr>
          <p:nvPr>
            <p:ph type="subTitle" idx="1"/>
          </p:nvPr>
        </p:nvSpPr>
        <p:spPr/>
        <p:txBody>
          <a:bodyPr/>
          <a:lstStyle/>
          <a:p>
            <a:r>
              <a:t>how you ask, and what the model can see</a:t>
            </a:r>
          </a:p>
        </p:txBody>
      </p:sp>
    </p:spTree>
    <p:extLst>
      <p:ext uri="{BB962C8B-B14F-4D97-AF65-F5344CB8AC3E}">
        <p14:creationId xmlns:p14="http://schemas.microsoft.com/office/powerpoint/2010/main" val="31559368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Two prompts, same task</a:t>
            </a:r>
          </a:p>
        </p:txBody>
      </p:sp>
      <p:sp>
        <p:nvSpPr>
          <p:cNvPr id="4" name="Prompt 4" descr="Prompt"/>
          <p:cNvSpPr/>
          <p:nvPr/>
        </p:nvSpPr>
        <p:spPr>
          <a:xfrm>
            <a:off x="1143000" y="1508760"/>
            <a:ext cx="10408920" cy="773175"/>
          </a:xfrm>
          <a:prstGeom prst="roundRect">
            <a:avLst>
              <a:gd name="adj" fmla="val 8278"/>
            </a:avLst>
          </a:prstGeom>
          <a:solidFill>
            <a:schemeClr val="accent1">
              <a:lumMod val="10000"/>
              <a:lumOff val="90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1"/>
                </a:solidFill>
                <a:latin typeface="Consolas"/>
              </a:rPr>
              <a:t>PROMPT · A</a:t>
            </a:r>
          </a:p>
          <a:p>
            <a:pPr algn="l">
              <a:lnSpc>
                <a:spcPct val="100000"/>
              </a:lnSpc>
            </a:pPr>
            <a:r>
              <a:rPr sz="2200">
                <a:solidFill>
                  <a:schemeClr val="tx1"/>
                </a:solidFill>
                <a:latin typeface="Consolas"/>
              </a:rPr>
              <a:t>write a function to parse a date string</a:t>
            </a:r>
          </a:p>
        </p:txBody>
      </p:sp>
      <p:sp>
        <p:nvSpPr>
          <p:cNvPr id="5" name="Prompt 5" descr="Prompt"/>
          <p:cNvSpPr/>
          <p:nvPr/>
        </p:nvSpPr>
        <p:spPr>
          <a:xfrm>
            <a:off x="1143000" y="2464815"/>
            <a:ext cx="10408920" cy="1443736"/>
          </a:xfrm>
          <a:prstGeom prst="roundRect">
            <a:avLst>
              <a:gd name="adj" fmla="val 4433"/>
            </a:avLst>
          </a:prstGeom>
          <a:solidFill>
            <a:schemeClr val="accent1">
              <a:lumMod val="10000"/>
              <a:lumOff val="90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1"/>
                </a:solidFill>
                <a:latin typeface="Consolas"/>
              </a:rPr>
              <a:t>PROMPT · B</a:t>
            </a:r>
          </a:p>
          <a:p>
            <a:pPr algn="l">
              <a:lnSpc>
                <a:spcPct val="100000"/>
              </a:lnSpc>
            </a:pPr>
            <a:r>
              <a:rPr sz="2200">
                <a:solidFill>
                  <a:schemeClr val="tx1"/>
                </a:solidFill>
                <a:latin typeface="Consolas"/>
              </a:rPr>
              <a:t>Write a Python function parse_date(s: str) -&gt; date.</a:t>
            </a:r>
          </a:p>
          <a:p>
            <a:pPr algn="l">
              <a:lnSpc>
                <a:spcPct val="100000"/>
              </a:lnSpc>
            </a:pPr>
            <a:r>
              <a:rPr sz="2200">
                <a:solidFill>
                  <a:schemeClr val="tx1"/>
                </a:solidFill>
                <a:latin typeface="Consolas"/>
              </a:rPr>
              <a:t>Accept "2026-08-12" and "12/08/2026" (day first). Raise ValueError on anything else. No external libraries.</a:t>
            </a:r>
          </a:p>
        </p:txBody>
      </p:sp>
      <p:sp>
        <p:nvSpPr>
          <p:cNvPr id="3" name="Content Placeholder 2"/>
          <p:cNvSpPr>
            <a:spLocks noGrp="1"/>
          </p:cNvSpPr>
          <p:nvPr>
            <p:ph idx="1"/>
          </p:nvPr>
        </p:nvSpPr>
        <p:spPr>
          <a:xfrm>
            <a:off x="1051560" y="4091431"/>
            <a:ext cx="10591800" cy="420624"/>
          </a:xfrm>
        </p:spPr>
        <p:txBody>
          <a:bodyPr>
            <a:normAutofit lnSpcReduction="10000"/>
          </a:bodyPr>
          <a:lstStyle/>
          <a:p>
            <a:r>
              <a:t>Which gets the better answer, and </a:t>
            </a:r>
            <a:r>
              <a:rPr b="1"/>
              <a:t>why</a:t>
            </a:r>
            <a:r>
              <a:t>?</a:t>
            </a:r>
          </a:p>
        </p:txBody>
      </p:sp>
    </p:spTree>
    <p:extLst>
      <p:ext uri="{BB962C8B-B14F-4D97-AF65-F5344CB8AC3E}">
        <p14:creationId xmlns:p14="http://schemas.microsoft.com/office/powerpoint/2010/main" val="928621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The one idea</a:t>
            </a:r>
          </a:p>
        </p:txBody>
      </p:sp>
      <p:sp>
        <p:nvSpPr>
          <p:cNvPr id="4" name="Callout 4" descr="Callout"/>
          <p:cNvSpPr/>
          <p:nvPr/>
        </p:nvSpPr>
        <p:spPr>
          <a:xfrm>
            <a:off x="1143000" y="1508760"/>
            <a:ext cx="10408920" cy="1225296"/>
          </a:xfrm>
          <a:prstGeom prst="roundRect">
            <a:avLst>
              <a:gd name="adj" fmla="val 5223"/>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sz="2200">
                <a:solidFill>
                  <a:schemeClr val="tx1"/>
                </a:solidFill>
              </a:rPr>
              <a:t>A prompt is not a request. It is a </a:t>
            </a:r>
            <a:r>
              <a:rPr sz="2200" b="1">
                <a:solidFill>
                  <a:schemeClr val="tx1"/>
                </a:solidFill>
              </a:rPr>
              <a:t>specification</a:t>
            </a:r>
            <a:r>
              <a:rPr sz="2200">
                <a:solidFill>
                  <a:schemeClr val="tx1"/>
                </a:solidFill>
              </a:rPr>
              <a:t>. Everything you leave unspecified, the model decides for you: silently, and from whatever was most common in its training data.</a:t>
            </a:r>
          </a:p>
        </p:txBody>
      </p:sp>
      <p:sp>
        <p:nvSpPr>
          <p:cNvPr id="3" name="Content Placeholder 2"/>
          <p:cNvSpPr>
            <a:spLocks noGrp="1"/>
          </p:cNvSpPr>
          <p:nvPr>
            <p:ph idx="1"/>
          </p:nvPr>
        </p:nvSpPr>
        <p:spPr>
          <a:xfrm>
            <a:off x="1051560" y="2916936"/>
            <a:ext cx="10591800" cy="3302000"/>
          </a:xfrm>
        </p:spPr>
        <p:txBody>
          <a:bodyPr>
            <a:normAutofit/>
          </a:bodyPr>
          <a:lstStyle/>
          <a:p>
            <a:r>
              <a:rPr dirty="0"/>
              <a:t>"Better prompt" does not mean "longer prompt"</a:t>
            </a:r>
          </a:p>
          <a:p>
            <a:pPr lvl="1"/>
            <a:r>
              <a:rPr lang="en-US" dirty="0"/>
              <a:t>Length is not the variable. Two things are:</a:t>
            </a:r>
          </a:p>
          <a:p>
            <a:pPr lvl="1"/>
            <a:r>
              <a:rPr lang="en-US" b="1" dirty="0"/>
              <a:t>Decisions made: </a:t>
            </a:r>
            <a:r>
              <a:rPr lang="en-US" dirty="0"/>
              <a:t>audience, format, length, tone, what to leave out</a:t>
            </a:r>
          </a:p>
          <a:p>
            <a:pPr lvl="1"/>
            <a:r>
              <a:rPr lang="en-US" b="1" dirty="0"/>
              <a:t>Information supplied: </a:t>
            </a:r>
            <a:r>
              <a:rPr lang="en-US" dirty="0"/>
              <a:t>facts, data and examples the model cannot know</a:t>
            </a:r>
          </a:p>
          <a:p>
            <a:pPr lvl="1"/>
            <a:r>
              <a:rPr lang="en-US" dirty="0"/>
              <a:t>Padding ("be thorough, detailed, high quality") adds words but no decisions, so the model still fills every gap with its defaults</a:t>
            </a:r>
          </a:p>
        </p:txBody>
      </p:sp>
    </p:spTree>
    <p:extLst>
      <p:ext uri="{BB962C8B-B14F-4D97-AF65-F5344CB8AC3E}">
        <p14:creationId xmlns:p14="http://schemas.microsoft.com/office/powerpoint/2010/main" val="3798914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Agenda</a:t>
            </a:r>
          </a:p>
        </p:txBody>
      </p:sp>
      <p:sp>
        <p:nvSpPr>
          <p:cNvPr id="3" name="Content Placeholder 2"/>
          <p:cNvSpPr>
            <a:spLocks noGrp="1"/>
          </p:cNvSpPr>
          <p:nvPr>
            <p:ph sz="half" idx="1"/>
          </p:nvPr>
        </p:nvSpPr>
        <p:spPr>
          <a:xfrm>
            <a:off x="1051560" y="1508760"/>
            <a:ext cx="5067300" cy="4846320"/>
          </a:xfrm>
        </p:spPr>
        <p:txBody>
          <a:bodyPr>
            <a:normAutofit/>
          </a:bodyPr>
          <a:lstStyle/>
          <a:p>
            <a:pPr marL="0" indent="0">
              <a:buNone/>
            </a:pPr>
            <a:r>
              <a:rPr sz="1400" b="1" dirty="0">
                <a:solidFill>
                  <a:schemeClr val="accent2"/>
                </a:solidFill>
                <a:latin typeface="Consolas"/>
              </a:rPr>
              <a:t>//</a:t>
            </a:r>
            <a:r>
              <a:rPr sz="1400" dirty="0">
                <a:solidFill>
                  <a:schemeClr val="tx2"/>
                </a:solidFill>
                <a:latin typeface="Consolas"/>
              </a:rPr>
              <a:t> part 1: how you ask</a:t>
            </a:r>
          </a:p>
          <a:p>
            <a:r>
              <a:rPr dirty="0"/>
              <a:t>Tokens, the context window, and the SPEC checklist</a:t>
            </a:r>
          </a:p>
          <a:p>
            <a:r>
              <a:rPr dirty="0"/>
              <a:t>Personas, step-by-step, examples: what each really does</a:t>
            </a:r>
          </a:p>
          <a:p>
            <a:r>
              <a:rPr dirty="0"/>
              <a:t>Why what the model can see now matters more than wording</a:t>
            </a:r>
          </a:p>
        </p:txBody>
      </p:sp>
      <p:sp>
        <p:nvSpPr>
          <p:cNvPr id="4" name="Content Placeholder 3"/>
          <p:cNvSpPr>
            <a:spLocks noGrp="1"/>
          </p:cNvSpPr>
          <p:nvPr>
            <p:ph sz="half" idx="2"/>
          </p:nvPr>
        </p:nvSpPr>
        <p:spPr>
          <a:xfrm>
            <a:off x="6576060" y="1508760"/>
            <a:ext cx="5067300" cy="4846320"/>
          </a:xfrm>
        </p:spPr>
        <p:txBody>
          <a:bodyPr>
            <a:normAutofit/>
          </a:bodyPr>
          <a:lstStyle/>
          <a:p>
            <a:pPr marL="0" indent="0">
              <a:buNone/>
            </a:pPr>
            <a:r>
              <a:rPr sz="1400" b="1">
                <a:solidFill>
                  <a:schemeClr val="accent2"/>
                </a:solidFill>
                <a:latin typeface="Consolas"/>
              </a:rPr>
              <a:t>//</a:t>
            </a:r>
            <a:r>
              <a:rPr sz="1400">
                <a:solidFill>
                  <a:schemeClr val="tx2"/>
                </a:solidFill>
                <a:latin typeface="Consolas"/>
              </a:rPr>
              <a:t> part 2: what the model can see</a:t>
            </a:r>
          </a:p>
          <a:p>
            <a:r>
              <a:t>How the model fills in what you didn't say</a:t>
            </a:r>
          </a:p>
          <a:p>
            <a:r>
              <a:t>Debugging a failing test, with and without the code</a:t>
            </a:r>
          </a:p>
          <a:p>
            <a:r>
              <a:t>Why pasting more makes answers worse, and when to restart</a:t>
            </a:r>
          </a:p>
          <a:p>
            <a:r>
              <a:t>From ChatGPT to agents: where prompting is now</a:t>
            </a:r>
          </a:p>
        </p:txBody>
      </p:sp>
    </p:spTree>
    <p:extLst>
      <p:ext uri="{BB962C8B-B14F-4D97-AF65-F5344CB8AC3E}">
        <p14:creationId xmlns:p14="http://schemas.microsoft.com/office/powerpoint/2010/main" val="121034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Tokens, the context window, and the SPEC checklist</a:t>
            </a:r>
          </a:p>
        </p:txBody>
      </p:sp>
      <p:sp>
        <p:nvSpPr>
          <p:cNvPr id="3" name="Text Placeholder 2"/>
          <p:cNvSpPr>
            <a:spLocks noGrp="1"/>
          </p:cNvSpPr>
          <p:nvPr>
            <p:ph type="body" idx="1"/>
          </p:nvPr>
        </p:nvSpPr>
        <p:spPr/>
        <p:txBody>
          <a:bodyPr/>
          <a:lstStyle/>
          <a:p>
            <a:r>
              <a:rPr lang="en-US" sz="1600" b="1" dirty="0">
                <a:solidFill>
                  <a:schemeClr val="accent2"/>
                </a:solidFill>
                <a:latin typeface="Consolas"/>
              </a:rPr>
              <a:t>//</a:t>
            </a:r>
            <a:r>
              <a:rPr lang="en-US" sz="1600" dirty="0">
                <a:solidFill>
                  <a:schemeClr val="tx2"/>
                </a:solidFill>
                <a:latin typeface="Consolas"/>
              </a:rPr>
              <a:t> part 1 · section 1 of 3</a:t>
            </a:r>
          </a:p>
          <a:p>
            <a:pPr>
              <a:spcBef>
                <a:spcPts val="600"/>
              </a:spcBef>
            </a:pPr>
            <a:r>
              <a:rPr lang="en-US" dirty="0"/>
              <a:t>What the model actually reads, and a checklist for prompts that leave nothing to guess</a:t>
            </a:r>
          </a:p>
        </p:txBody>
      </p:sp>
    </p:spTree>
    <p:extLst>
      <p:ext uri="{BB962C8B-B14F-4D97-AF65-F5344CB8AC3E}">
        <p14:creationId xmlns:p14="http://schemas.microsoft.com/office/powerpoint/2010/main" val="1208570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is prompting?</a:t>
            </a:r>
          </a:p>
        </p:txBody>
      </p:sp>
      <p:sp>
        <p:nvSpPr>
          <p:cNvPr id="4" name="Callout 4" descr="Callout"/>
          <p:cNvSpPr/>
          <p:nvPr/>
        </p:nvSpPr>
        <p:spPr>
          <a:xfrm>
            <a:off x="1143000" y="1508760"/>
            <a:ext cx="10408920" cy="1225296"/>
          </a:xfrm>
          <a:prstGeom prst="roundRect">
            <a:avLst>
              <a:gd name="adj" fmla="val 5223"/>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sz="2200">
                <a:solidFill>
                  <a:schemeClr val="tx1"/>
                </a:solidFill>
              </a:rPr>
              <a:t>Prompting is writing the </a:t>
            </a:r>
            <a:r>
              <a:rPr sz="2200" b="1">
                <a:solidFill>
                  <a:schemeClr val="tx1"/>
                </a:solidFill>
              </a:rPr>
              <a:t>instructions and information</a:t>
            </a:r>
            <a:r>
              <a:rPr sz="2200">
                <a:solidFill>
                  <a:schemeClr val="tx1"/>
                </a:solidFill>
              </a:rPr>
              <a:t> you give an AI model so that it produces the result you want.</a:t>
            </a:r>
          </a:p>
        </p:txBody>
      </p:sp>
      <p:sp>
        <p:nvSpPr>
          <p:cNvPr id="3" name="Content Placeholder 2"/>
          <p:cNvSpPr>
            <a:spLocks noGrp="1"/>
          </p:cNvSpPr>
          <p:nvPr>
            <p:ph idx="1"/>
          </p:nvPr>
        </p:nvSpPr>
        <p:spPr>
          <a:xfrm>
            <a:off x="1051560" y="2916936"/>
            <a:ext cx="10591800" cy="3302000"/>
          </a:xfrm>
        </p:spPr>
        <p:txBody>
          <a:bodyPr>
            <a:normAutofit/>
          </a:bodyPr>
          <a:lstStyle/>
          <a:p>
            <a:r>
              <a:rPr lang="en-US" b="1" dirty="0"/>
              <a:t>The prompt</a:t>
            </a:r>
            <a:r>
              <a:rPr lang="en-US" dirty="0"/>
              <a:t> is everything you send: your request, plus any files, errors or examples you paste in</a:t>
            </a:r>
          </a:p>
          <a:p>
            <a:r>
              <a:rPr lang="en-US" dirty="0"/>
              <a:t>The model answers from its training and from what is in front of it: your prompt, plus anything its tools add, such as </a:t>
            </a:r>
            <a:r>
              <a:rPr lang="en-US" b="1" dirty="0"/>
              <a:t>web search results</a:t>
            </a:r>
            <a:r>
              <a:rPr lang="en-US" dirty="0"/>
              <a:t> or files it read</a:t>
            </a:r>
          </a:p>
          <a:p>
            <a:r>
              <a:rPr lang="en-US" dirty="0"/>
              <a:t>A good prompt answers the questions the model would otherwise </a:t>
            </a:r>
            <a:r>
              <a:rPr lang="en-US" b="1" dirty="0"/>
              <a:t>guess</a:t>
            </a:r>
            <a:r>
              <a:rPr lang="en-US" dirty="0"/>
              <a:t>: what to make, for whom, in what format, and what to leave alone</a:t>
            </a:r>
          </a:p>
        </p:txBody>
      </p:sp>
    </p:spTree>
    <p:extLst>
      <p:ext uri="{BB962C8B-B14F-4D97-AF65-F5344CB8AC3E}">
        <p14:creationId xmlns:p14="http://schemas.microsoft.com/office/powerpoint/2010/main" val="4214576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Tokens: the unit the model actually reads</a:t>
            </a:r>
          </a:p>
        </p:txBody>
      </p:sp>
      <p:sp>
        <p:nvSpPr>
          <p:cNvPr id="3" name="Content Placeholder 2"/>
          <p:cNvSpPr>
            <a:spLocks noGrp="1"/>
          </p:cNvSpPr>
          <p:nvPr>
            <p:ph idx="1"/>
          </p:nvPr>
        </p:nvSpPr>
        <p:spPr>
          <a:xfrm>
            <a:off x="1051560" y="1508760"/>
            <a:ext cx="10591800" cy="420624"/>
          </a:xfrm>
        </p:spPr>
        <p:txBody>
          <a:bodyPr>
            <a:normAutofit lnSpcReduction="10000"/>
          </a:bodyPr>
          <a:lstStyle/>
          <a:p>
            <a:r>
              <a:rPr dirty="0"/>
              <a:t>A token is a chunk of text: a word, part of a word, or punctuation</a:t>
            </a:r>
          </a:p>
        </p:txBody>
      </p:sp>
      <p:pic>
        <p:nvPicPr>
          <p:cNvPr id="4" name="Picture 3" descr="Real token splits from OpenAI's o200k_base tokenizer: def calculate_median(numbers): is 6 tokens (def | calculate | _m | edian | (numbers | ):); the date 12/08/2026 is 6 tokens (12 | / | 08 | / | 202 | 6); KeyError: 'unit_price' is 7 tokens (Key | Error | : | ' | unit | _price | ')"/>
          <p:cNvPicPr>
            <a:picLocks noChangeAspect="1"/>
          </p:cNvPicPr>
          <p:nvPr/>
        </p:nvPicPr>
        <p:blipFill>
          <a:blip r:embed="rId3"/>
          <a:stretch>
            <a:fillRect/>
          </a:stretch>
        </p:blipFill>
        <p:spPr>
          <a:xfrm>
            <a:off x="1143001" y="2112264"/>
            <a:ext cx="10408918" cy="2334632"/>
          </a:xfrm>
          <a:prstGeom prst="rect">
            <a:avLst/>
          </a:prstGeom>
        </p:spPr>
      </p:pic>
      <p:sp>
        <p:nvSpPr>
          <p:cNvPr id="5" name="Text 5"/>
          <p:cNvSpPr txBox="1"/>
          <p:nvPr/>
        </p:nvSpPr>
        <p:spPr>
          <a:xfrm>
            <a:off x="1051560" y="4629776"/>
            <a:ext cx="10591800" cy="420624"/>
          </a:xfrm>
          <a:prstGeom prst="rect">
            <a:avLst/>
          </a:prstGeom>
          <a:noFill/>
        </p:spPr>
        <p:txBody>
          <a:bodyPr wrap="square">
            <a:normAutofit fontScale="85000" lnSpcReduction="10000"/>
          </a:bodyPr>
          <a:lstStyle>
            <a:lvl1pPr marL="342900" indent="-342900" algn="l" rtl="0" eaLnBrk="1" latinLnBrk="0" hangingPunct="1">
              <a:lnSpc>
                <a:spcPct val="90000"/>
              </a:lnSpc>
              <a:spcBef>
                <a:spcPts val="1200"/>
              </a:spcBef>
              <a:buClr>
                <a:schemeClr val="accent2"/>
              </a:buClr>
              <a:buFont typeface="Consolas"/>
              <a:buChar char="›"/>
              <a:defRPr sz="2400" b="0">
                <a:solidFill>
                  <a:schemeClr val="tx1"/>
                </a:solidFill>
                <a:latin typeface="+mn-lt"/>
              </a:defRPr>
            </a:lvl1pPr>
            <a:lvl2pPr marL="742950" indent="-285750" algn="l" rtl="0" eaLnBrk="1" latinLnBrk="0" hangingPunct="1">
              <a:lnSpc>
                <a:spcPct val="90000"/>
              </a:lnSpc>
              <a:spcBef>
                <a:spcPts val="600"/>
              </a:spcBef>
              <a:buClr>
                <a:schemeClr val="tx2"/>
              </a:buClr>
              <a:buFont typeface="Aptos"/>
              <a:buChar char="–"/>
              <a:defRPr sz="2000" b="0">
                <a:solidFill>
                  <a:schemeClr val="tx1"/>
                </a:solidFill>
                <a:latin typeface="+mn-lt"/>
              </a:defRPr>
            </a:lvl2pPr>
            <a:lvl3pPr marL="1085850" indent="-228600" algn="l" rtl="0" eaLnBrk="1" latinLnBrk="0" hangingPunct="1">
              <a:lnSpc>
                <a:spcPct val="90000"/>
              </a:lnSpc>
              <a:spcBef>
                <a:spcPts val="600"/>
              </a:spcBef>
              <a:buClr>
                <a:schemeClr val="tx2"/>
              </a:buClr>
              <a:buFont typeface="Aptos"/>
              <a:buChar char="·"/>
              <a:defRPr sz="1800" b="0">
                <a:solidFill>
                  <a:schemeClr val="tx1"/>
                </a:solidFill>
                <a:latin typeface="+mn-lt"/>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t>Cost, the size limit, and what the model can remember are all counted in tokens, not words</a:t>
            </a:r>
          </a:p>
        </p:txBody>
      </p:sp>
    </p:spTree>
    <p:extLst>
      <p:ext uri="{BB962C8B-B14F-4D97-AF65-F5344CB8AC3E}">
        <p14:creationId xmlns:p14="http://schemas.microsoft.com/office/powerpoint/2010/main" val="1011072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Pasted code and errors use more tokens than English of the same length</a:t>
            </a:r>
          </a:p>
        </p:txBody>
      </p:sp>
      <p:graphicFrame>
        <p:nvGraphicFramePr>
          <p:cNvPr id="4" name="Chart 4" descr="Chart: tokens per 100 words, by kind of text. Tokens per 100 words (English prose: 125.2, JSON: 158.1, Python source: 191.3, Python traceback: 267.7)"/>
          <p:cNvGraphicFramePr>
            <a:graphicFrameLocks noGrp="1"/>
          </p:cNvGraphicFramePr>
          <p:nvPr/>
        </p:nvGraphicFramePr>
        <p:xfrm>
          <a:off x="1143000" y="1508760"/>
          <a:ext cx="10408920" cy="3276600"/>
        </p:xfrm>
        <a:graphic>
          <a:graphicData uri="http://schemas.openxmlformats.org/drawingml/2006/chart">
            <c:chart xmlns:c="http://schemas.openxmlformats.org/drawingml/2006/chart" xmlns:r="http://schemas.openxmlformats.org/officeDocument/2006/relationships" r:id="rId3"/>
          </a:graphicData>
        </a:graphic>
      </p:graphicFrame>
      <p:sp>
        <p:nvSpPr>
          <p:cNvPr id="5" name="Chart source 5"/>
          <p:cNvSpPr txBox="1"/>
          <p:nvPr/>
        </p:nvSpPr>
        <p:spPr>
          <a:xfrm>
            <a:off x="1143000" y="4785360"/>
            <a:ext cx="10408920" cy="292608"/>
          </a:xfrm>
          <a:prstGeom prst="rect">
            <a:avLst/>
          </a:prstGeom>
          <a:noFill/>
        </p:spPr>
        <p:txBody>
          <a:bodyPr wrap="square" tIns="0" bIns="0">
            <a:spAutoFit/>
          </a:bodyPr>
          <a:lstStyle/>
          <a:p>
            <a:pPr algn="l"/>
            <a:r>
              <a:rPr sz="1100">
                <a:solidFill>
                  <a:schemeClr val="tx2"/>
                </a:solidFill>
                <a:latin typeface="Consolas"/>
              </a:rPr>
              <a:t>// source: counted with OpenAI's o200k_base tokenizer on samples of each kind</a:t>
            </a:r>
          </a:p>
        </p:txBody>
      </p:sp>
      <p:sp>
        <p:nvSpPr>
          <p:cNvPr id="3" name="Content Placeholder 2"/>
          <p:cNvSpPr>
            <a:spLocks noGrp="1"/>
          </p:cNvSpPr>
          <p:nvPr>
            <p:ph idx="1"/>
          </p:nvPr>
        </p:nvSpPr>
        <p:spPr>
          <a:xfrm>
            <a:off x="1051560" y="5260848"/>
            <a:ext cx="10591800" cy="1094232"/>
          </a:xfrm>
        </p:spPr>
        <p:txBody>
          <a:bodyPr>
            <a:normAutofit fontScale="92500" lnSpcReduction="10000"/>
          </a:bodyPr>
          <a:lstStyle/>
          <a:p>
            <a:r>
              <a:rPr lang="en-US" dirty="0"/>
              <a:t>Per word, code uses more tokens than English: </a:t>
            </a:r>
            <a:r>
              <a:rPr lang="en-US" b="1" dirty="0"/>
              <a:t>1.5× for Python, 2× for a traceback</a:t>
            </a:r>
          </a:p>
          <a:p>
            <a:r>
              <a:rPr lang="en-US" dirty="0"/>
              <a:t>Names, file paths and symbols each split into several tokens</a:t>
            </a:r>
          </a:p>
          <a:p>
            <a:pPr marL="0" indent="0">
              <a:buNone/>
            </a:pPr>
            <a:r>
              <a:rPr sz="1400" b="1" dirty="0">
                <a:solidFill>
                  <a:schemeClr val="accent2"/>
                </a:solidFill>
                <a:latin typeface="Consolas"/>
              </a:rPr>
              <a:t>//</a:t>
            </a:r>
            <a:r>
              <a:rPr sz="1400" dirty="0">
                <a:solidFill>
                  <a:schemeClr val="tx2"/>
                </a:solidFill>
                <a:latin typeface="Consolas"/>
              </a:rPr>
              <a:t> OpenAI's rule of thumb: 1 token ≈ 4 characters ≈ ¾ of an English word</a:t>
            </a:r>
          </a:p>
        </p:txBody>
      </p:sp>
    </p:spTree>
    <p:extLst>
      <p:ext uri="{BB962C8B-B14F-4D97-AF65-F5344CB8AC3E}">
        <p14:creationId xmlns:p14="http://schemas.microsoft.com/office/powerpoint/2010/main" val="2120631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The context window</a:t>
            </a:r>
          </a:p>
        </p:txBody>
      </p:sp>
      <p:grpSp>
        <p:nvGrpSpPr>
          <p:cNvPr id="4" name="Context window bar"/>
          <p:cNvGrpSpPr/>
          <p:nvPr/>
        </p:nvGrpSpPr>
        <p:grpSpPr>
          <a:xfrm>
            <a:off x="1143000" y="1727200"/>
            <a:ext cx="10414000" cy="2387600"/>
            <a:chOff x="1143000" y="1727200"/>
            <a:chExt cx="10414000" cy="2387600"/>
          </a:xfrm>
        </p:grpSpPr>
        <p:sp>
          <p:nvSpPr>
            <p:cNvPr id="40" name="Window label"/>
            <p:cNvSpPr/>
            <p:nvPr/>
          </p:nvSpPr>
          <p:spPr>
            <a:xfrm>
              <a:off x="1143000" y="1727200"/>
              <a:ext cx="8382000" cy="330200"/>
            </a:xfrm>
            <a:prstGeom prst="rect">
              <a:avLst/>
            </a:prstGeom>
            <a:noFill/>
            <a:ln>
              <a:noFill/>
            </a:ln>
          </p:spPr>
          <p:txBody>
            <a:bodyPr wrap="square" lIns="0" tIns="50800" rIns="0" bIns="50800" anchor="b">
              <a:noAutofit/>
            </a:bodyPr>
            <a:lstStyle/>
            <a:p>
              <a:pPr algn="l"/>
              <a:r>
                <a:rPr lang="en-US" sz="1400" b="1" dirty="0">
                  <a:solidFill>
                    <a:schemeClr val="accent2"/>
                  </a:solidFill>
                  <a:latin typeface="Consolas"/>
                </a:rPr>
                <a:t>//</a:t>
              </a:r>
              <a:r>
                <a:rPr lang="en-US" sz="1400" dirty="0">
                  <a:solidFill>
                    <a:schemeClr val="tx2"/>
                  </a:solidFill>
                  <a:latin typeface="Consolas"/>
                </a:rPr>
                <a:t> the context window: everything the model sees on one request</a:t>
              </a:r>
            </a:p>
          </p:txBody>
        </p:sp>
        <p:sp>
          <p:nvSpPr>
            <p:cNvPr id="41" name="Segment"/>
            <p:cNvSpPr/>
            <p:nvPr/>
          </p:nvSpPr>
          <p:spPr>
            <a:xfrm>
              <a:off x="1143000" y="2184400"/>
              <a:ext cx="1422400" cy="1219200"/>
            </a:xfrm>
            <a:prstGeom prst="rect">
              <a:avLst/>
            </a:prstGeom>
            <a:solidFill>
              <a:schemeClr val="accent1">
                <a:lumMod val="50000"/>
              </a:schemeClr>
            </a:solidFill>
            <a:ln>
              <a:noFill/>
            </a:ln>
          </p:spPr>
          <p:txBody>
            <a:bodyPr wrap="square" lIns="127000" tIns="50800" rIns="127000" bIns="50800" anchor="ctr">
              <a:noAutofit/>
            </a:bodyPr>
            <a:lstStyle/>
            <a:p>
              <a:pPr algn="l"/>
              <a:r>
                <a:rPr lang="en-US" sz="1600" b="1" dirty="0">
                  <a:solidFill>
                    <a:srgbClr val="FFFFFF"/>
                  </a:solidFill>
                </a:rPr>
                <a:t>System prompt</a:t>
              </a:r>
            </a:p>
          </p:txBody>
        </p:sp>
        <p:sp>
          <p:nvSpPr>
            <p:cNvPr id="42" name="Caption"/>
            <p:cNvSpPr/>
            <p:nvPr/>
          </p:nvSpPr>
          <p:spPr>
            <a:xfrm>
              <a:off x="1143000" y="3505200"/>
              <a:ext cx="1422400" cy="609600"/>
            </a:xfrm>
            <a:prstGeom prst="rect">
              <a:avLst/>
            </a:prstGeom>
            <a:noFill/>
            <a:ln>
              <a:noFill/>
            </a:ln>
          </p:spPr>
          <p:txBody>
            <a:bodyPr wrap="square" lIns="127000" tIns="50800" rIns="127000" bIns="50800" anchor="t">
              <a:noAutofit/>
            </a:bodyPr>
            <a:lstStyle/>
            <a:p>
              <a:pPr algn="l"/>
              <a:r>
                <a:rPr lang="en-US" sz="1400" dirty="0">
                  <a:solidFill>
                    <a:schemeClr val="tx2"/>
                  </a:solidFill>
                </a:rPr>
                <a:t>Written by the assistant's makers</a:t>
              </a:r>
            </a:p>
          </p:txBody>
        </p:sp>
        <p:sp>
          <p:nvSpPr>
            <p:cNvPr id="43" name="Segment"/>
            <p:cNvSpPr/>
            <p:nvPr/>
          </p:nvSpPr>
          <p:spPr>
            <a:xfrm>
              <a:off x="2565400" y="2184400"/>
              <a:ext cx="1422400" cy="1219200"/>
            </a:xfrm>
            <a:prstGeom prst="rect">
              <a:avLst/>
            </a:prstGeom>
            <a:solidFill>
              <a:schemeClr val="accent1">
                <a:lumMod val="75000"/>
              </a:schemeClr>
            </a:solidFill>
            <a:ln>
              <a:noFill/>
            </a:ln>
          </p:spPr>
          <p:txBody>
            <a:bodyPr wrap="square" lIns="127000" tIns="50800" rIns="127000" bIns="50800" anchor="ctr">
              <a:noAutofit/>
            </a:bodyPr>
            <a:lstStyle/>
            <a:p>
              <a:pPr algn="l"/>
              <a:r>
                <a:rPr lang="en-US" sz="1600" b="1" dirty="0">
                  <a:solidFill>
                    <a:srgbClr val="FFFFFF"/>
                  </a:solidFill>
                </a:rPr>
                <a:t>Standing instructions</a:t>
              </a:r>
            </a:p>
          </p:txBody>
        </p:sp>
        <p:sp>
          <p:nvSpPr>
            <p:cNvPr id="44" name="Caption"/>
            <p:cNvSpPr/>
            <p:nvPr/>
          </p:nvSpPr>
          <p:spPr>
            <a:xfrm>
              <a:off x="2565400" y="3505200"/>
              <a:ext cx="1422400" cy="609600"/>
            </a:xfrm>
            <a:prstGeom prst="rect">
              <a:avLst/>
            </a:prstGeom>
            <a:noFill/>
            <a:ln>
              <a:noFill/>
            </a:ln>
          </p:spPr>
          <p:txBody>
            <a:bodyPr wrap="square" lIns="127000" tIns="50800" rIns="127000" bIns="50800" anchor="t">
              <a:noAutofit/>
            </a:bodyPr>
            <a:lstStyle/>
            <a:p>
              <a:pPr algn="l"/>
              <a:r>
                <a:rPr lang="en-US" sz="1400" dirty="0">
                  <a:solidFill>
                    <a:schemeClr val="tx2"/>
                  </a:solidFill>
                </a:rPr>
                <a:t>AGENTS.md, read on every request</a:t>
              </a:r>
            </a:p>
          </p:txBody>
        </p:sp>
        <p:sp>
          <p:nvSpPr>
            <p:cNvPr id="45" name="Segment"/>
            <p:cNvSpPr/>
            <p:nvPr/>
          </p:nvSpPr>
          <p:spPr>
            <a:xfrm>
              <a:off x="3987800" y="2184400"/>
              <a:ext cx="2489200" cy="1219200"/>
            </a:xfrm>
            <a:prstGeom prst="rect">
              <a:avLst/>
            </a:prstGeom>
            <a:solidFill>
              <a:schemeClr val="accent1"/>
            </a:solidFill>
            <a:ln>
              <a:noFill/>
            </a:ln>
          </p:spPr>
          <p:txBody>
            <a:bodyPr wrap="square" lIns="127000" tIns="50800" rIns="127000" bIns="50800" anchor="ctr">
              <a:noAutofit/>
            </a:bodyPr>
            <a:lstStyle/>
            <a:p>
              <a:pPr algn="l"/>
              <a:r>
                <a:rPr lang="en-US" sz="1600" b="1" dirty="0">
                  <a:solidFill>
                    <a:srgbClr val="FFFFFF"/>
                  </a:solidFill>
                </a:rPr>
                <a:t>Conversation so far</a:t>
              </a:r>
            </a:p>
          </p:txBody>
        </p:sp>
        <p:sp>
          <p:nvSpPr>
            <p:cNvPr id="46" name="Caption"/>
            <p:cNvSpPr/>
            <p:nvPr/>
          </p:nvSpPr>
          <p:spPr>
            <a:xfrm>
              <a:off x="3987800" y="3505200"/>
              <a:ext cx="2489200" cy="609600"/>
            </a:xfrm>
            <a:prstGeom prst="rect">
              <a:avLst/>
            </a:prstGeom>
            <a:noFill/>
            <a:ln>
              <a:noFill/>
            </a:ln>
          </p:spPr>
          <p:txBody>
            <a:bodyPr wrap="square" lIns="127000" tIns="50800" rIns="127000" bIns="50800" anchor="t">
              <a:noAutofit/>
            </a:bodyPr>
            <a:lstStyle/>
            <a:p>
              <a:pPr algn="l"/>
              <a:r>
                <a:rPr lang="en-US" sz="1400" dirty="0">
                  <a:solidFill>
                    <a:schemeClr val="tx2"/>
                  </a:solidFill>
                </a:rPr>
                <a:t>Grows every turn, dead ends included</a:t>
              </a:r>
            </a:p>
          </p:txBody>
        </p:sp>
        <p:sp>
          <p:nvSpPr>
            <p:cNvPr id="47" name="Segment"/>
            <p:cNvSpPr/>
            <p:nvPr/>
          </p:nvSpPr>
          <p:spPr>
            <a:xfrm>
              <a:off x="6477000" y="2184400"/>
              <a:ext cx="1981200" cy="1219200"/>
            </a:xfrm>
            <a:prstGeom prst="rect">
              <a:avLst/>
            </a:prstGeom>
            <a:solidFill>
              <a:schemeClr val="accent1">
                <a:lumMod val="40000"/>
                <a:lumOff val="60000"/>
              </a:schemeClr>
            </a:solidFill>
            <a:ln>
              <a:noFill/>
            </a:ln>
          </p:spPr>
          <p:txBody>
            <a:bodyPr wrap="square" lIns="127000" tIns="50800" rIns="127000" bIns="50800" anchor="ctr">
              <a:noAutofit/>
            </a:bodyPr>
            <a:lstStyle/>
            <a:p>
              <a:pPr algn="l"/>
              <a:r>
                <a:rPr lang="en-US" sz="1600" b="1" dirty="0">
                  <a:solidFill>
                    <a:schemeClr val="tx1"/>
                  </a:solidFill>
                </a:rPr>
                <a:t>Pasted + tool results</a:t>
              </a:r>
            </a:p>
          </p:txBody>
        </p:sp>
        <p:sp>
          <p:nvSpPr>
            <p:cNvPr id="48" name="Caption"/>
            <p:cNvSpPr/>
            <p:nvPr/>
          </p:nvSpPr>
          <p:spPr>
            <a:xfrm>
              <a:off x="6477000" y="3505200"/>
              <a:ext cx="1981200" cy="609600"/>
            </a:xfrm>
            <a:prstGeom prst="rect">
              <a:avLst/>
            </a:prstGeom>
            <a:noFill/>
            <a:ln>
              <a:noFill/>
            </a:ln>
          </p:spPr>
          <p:txBody>
            <a:bodyPr wrap="square" lIns="127000" tIns="50800" rIns="127000" bIns="50800" anchor="t">
              <a:noAutofit/>
            </a:bodyPr>
            <a:lstStyle/>
            <a:p>
              <a:pPr algn="l"/>
              <a:r>
                <a:rPr lang="en-US" sz="1400" dirty="0">
                  <a:solidFill>
                    <a:schemeClr val="tx2"/>
                  </a:solidFill>
                </a:rPr>
                <a:t>Your pastes, files the agent read, web searches</a:t>
              </a:r>
            </a:p>
          </p:txBody>
        </p:sp>
        <p:sp>
          <p:nvSpPr>
            <p:cNvPr id="49" name="Segment"/>
            <p:cNvSpPr/>
            <p:nvPr/>
          </p:nvSpPr>
          <p:spPr>
            <a:xfrm>
              <a:off x="8458200" y="2184400"/>
              <a:ext cx="1066800" cy="1219200"/>
            </a:xfrm>
            <a:prstGeom prst="rect">
              <a:avLst/>
            </a:prstGeom>
            <a:noFill/>
            <a:ln>
              <a:noFill/>
            </a:ln>
          </p:spPr>
          <p:txBody>
            <a:bodyPr wrap="square" lIns="127000" tIns="50800" rIns="127000" bIns="50800" anchor="ctr">
              <a:noAutofit/>
            </a:bodyPr>
            <a:lstStyle/>
            <a:p>
              <a:pPr algn="ctr"/>
              <a:r>
                <a:rPr lang="en-US" sz="1400" dirty="0">
                  <a:solidFill>
                    <a:schemeClr val="tx2"/>
                  </a:solidFill>
                </a:rPr>
                <a:t>free</a:t>
              </a:r>
            </a:p>
          </p:txBody>
        </p:sp>
        <p:sp>
          <p:nvSpPr>
            <p:cNvPr id="50" name="Caption"/>
            <p:cNvSpPr/>
            <p:nvPr/>
          </p:nvSpPr>
          <p:spPr>
            <a:xfrm>
              <a:off x="8458200" y="3505200"/>
              <a:ext cx="1066800" cy="609600"/>
            </a:xfrm>
            <a:prstGeom prst="rect">
              <a:avLst/>
            </a:prstGeom>
            <a:noFill/>
            <a:ln>
              <a:noFill/>
            </a:ln>
          </p:spPr>
          <p:txBody>
            <a:bodyPr wrap="square" lIns="50800" tIns="50800" rIns="50800" bIns="50800" anchor="t">
              <a:noAutofit/>
            </a:bodyPr>
            <a:lstStyle/>
            <a:p>
              <a:pPr algn="l"/>
              <a:r>
                <a:rPr lang="en-US" sz="1400" dirty="0">
                  <a:solidFill>
                    <a:schemeClr val="tx2"/>
                  </a:solidFill>
                </a:rPr>
                <a:t>Space left</a:t>
              </a:r>
            </a:p>
          </p:txBody>
        </p:sp>
        <p:sp>
          <p:nvSpPr>
            <p:cNvPr id="51" name="Window frame"/>
            <p:cNvSpPr/>
            <p:nvPr/>
          </p:nvSpPr>
          <p:spPr>
            <a:xfrm>
              <a:off x="1143000" y="2184400"/>
              <a:ext cx="8382000" cy="1219200"/>
            </a:xfrm>
            <a:prstGeom prst="rect">
              <a:avLst/>
            </a:prstGeom>
            <a:noFill/>
            <a:ln w="28575">
              <a:solidFill>
                <a:schemeClr val="accent1"/>
              </a:solidFill>
            </a:ln>
          </p:spPr>
          <p:txBody>
            <a:bodyPr wrap="square" lIns="76200" tIns="50800" rIns="76200" bIns="50800" anchor="ctr">
              <a:noAutofit/>
            </a:bodyPr>
            <a:lstStyle/>
            <a:p>
              <a:pPr algn="l"/>
              <a:endParaRPr/>
            </a:p>
          </p:txBody>
        </p:sp>
        <p:sp>
          <p:nvSpPr>
            <p:cNvPr id="52" name="Outside label"/>
            <p:cNvSpPr/>
            <p:nvPr/>
          </p:nvSpPr>
          <p:spPr>
            <a:xfrm>
              <a:off x="9829800" y="1727200"/>
              <a:ext cx="1727200" cy="330200"/>
            </a:xfrm>
            <a:prstGeom prst="rect">
              <a:avLst/>
            </a:prstGeom>
            <a:noFill/>
            <a:ln>
              <a:noFill/>
            </a:ln>
          </p:spPr>
          <p:txBody>
            <a:bodyPr wrap="square" lIns="0" tIns="50800" rIns="0" bIns="50800" anchor="b">
              <a:noAutofit/>
            </a:bodyPr>
            <a:lstStyle/>
            <a:p>
              <a:pPr algn="l"/>
              <a:r>
                <a:rPr lang="en-US" sz="1400" dirty="0">
                  <a:solidFill>
                    <a:schemeClr val="accent2"/>
                  </a:solidFill>
                  <a:latin typeface="Consolas"/>
                </a:rPr>
                <a:t>outside</a:t>
              </a:r>
            </a:p>
          </p:txBody>
        </p:sp>
        <p:sp>
          <p:nvSpPr>
            <p:cNvPr id="53" name="Outside box"/>
            <p:cNvSpPr/>
            <p:nvPr/>
          </p:nvSpPr>
          <p:spPr>
            <a:xfrm>
              <a:off x="9829800" y="2184400"/>
              <a:ext cx="1727200" cy="1219200"/>
            </a:xfrm>
            <a:prstGeom prst="roundRect">
              <a:avLst/>
            </a:prstGeom>
            <a:solidFill>
              <a:schemeClr val="accent2">
                <a:lumMod val="20000"/>
                <a:lumOff val="80000"/>
              </a:schemeClr>
            </a:solidFill>
            <a:ln w="19050">
              <a:solidFill>
                <a:schemeClr val="accent2"/>
              </a:solidFill>
              <a:prstDash val="dash"/>
            </a:ln>
          </p:spPr>
          <p:txBody>
            <a:bodyPr wrap="square" lIns="127000" tIns="50800" rIns="127000" bIns="50800" anchor="ctr">
              <a:noAutofit/>
            </a:bodyPr>
            <a:lstStyle/>
            <a:p>
              <a:pPr algn="l"/>
              <a:r>
                <a:rPr lang="en-US" sz="1600" b="1" dirty="0">
                  <a:solidFill>
                    <a:schemeClr val="tx1"/>
                  </a:solidFill>
                </a:rPr>
                <a:t>Your repo, ticket, intent</a:t>
              </a:r>
            </a:p>
          </p:txBody>
        </p:sp>
        <p:sp>
          <p:nvSpPr>
            <p:cNvPr id="54" name="Outside caption"/>
            <p:cNvSpPr/>
            <p:nvPr/>
          </p:nvSpPr>
          <p:spPr>
            <a:xfrm>
              <a:off x="9829800" y="3505200"/>
              <a:ext cx="1727200" cy="609600"/>
            </a:xfrm>
            <a:prstGeom prst="rect">
              <a:avLst/>
            </a:prstGeom>
            <a:noFill/>
            <a:ln>
              <a:noFill/>
            </a:ln>
          </p:spPr>
          <p:txBody>
            <a:bodyPr wrap="square" lIns="127000" tIns="50800" rIns="127000" bIns="50800" anchor="t">
              <a:noAutofit/>
            </a:bodyPr>
            <a:lstStyle/>
            <a:p>
              <a:pPr algn="l"/>
              <a:r>
                <a:rPr lang="en-US" sz="1400" dirty="0">
                  <a:solidFill>
                    <a:schemeClr val="accent2"/>
                  </a:solidFill>
                </a:rPr>
                <a:t>Invisible unless something puts it in</a:t>
              </a:r>
            </a:p>
          </p:txBody>
        </p:sp>
      </p:grpSp>
      <p:sp>
        <p:nvSpPr>
          <p:cNvPr id="3" name="Content Placeholder 2"/>
          <p:cNvSpPr>
            <a:spLocks noGrp="1"/>
          </p:cNvSpPr>
          <p:nvPr>
            <p:ph idx="1"/>
          </p:nvPr>
        </p:nvSpPr>
        <p:spPr>
          <a:xfrm>
            <a:off x="1051560" y="4445000"/>
            <a:ext cx="10591800" cy="1778000"/>
          </a:xfrm>
        </p:spPr>
        <p:txBody>
          <a:bodyPr>
            <a:normAutofit/>
          </a:bodyPr>
          <a:lstStyle/>
          <a:p>
            <a:r>
              <a:t>A chat or coding assistant is a program that fills this window and sends it to the model</a:t>
            </a:r>
          </a:p>
          <a:p>
            <a:r>
              <a:t>The model sees only what is inside the bar. Anything outside it, like your repo or what you meant, does not exist for the model</a:t>
            </a:r>
          </a:p>
        </p:txBody>
      </p:sp>
    </p:spTree>
    <p:extLst>
      <p:ext uri="{BB962C8B-B14F-4D97-AF65-F5344CB8AC3E}">
        <p14:creationId xmlns:p14="http://schemas.microsoft.com/office/powerpoint/2010/main" val="89121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SPEC, a recipe for every prompt</a:t>
            </a:r>
          </a:p>
        </p:txBody>
      </p:sp>
      <p:graphicFrame>
        <p:nvGraphicFramePr>
          <p:cNvPr id="4" name="Table 4"/>
          <p:cNvGraphicFramePr>
            <a:graphicFrameLocks noGrp="1"/>
          </p:cNvGraphicFramePr>
          <p:nvPr/>
        </p:nvGraphicFramePr>
        <p:xfrm>
          <a:off x="1143000" y="1508760"/>
          <a:ext cx="10408920" cy="2042160"/>
        </p:xfrm>
        <a:graphic>
          <a:graphicData uri="http://schemas.openxmlformats.org/drawingml/2006/table">
            <a:tbl>
              <a:tblPr>
                <a:tableStyleId>{2D5ABB26-0587-4C30-8999-92F81FD0307C}</a:tableStyleId>
              </a:tblPr>
              <a:tblGrid>
                <a:gridCol w="598213">
                  <a:extLst>
                    <a:ext uri="{9D8B030D-6E8A-4147-A177-3AD203B41FA5}">
                      <a16:colId xmlns:a16="http://schemas.microsoft.com/office/drawing/2014/main" val="20000"/>
                    </a:ext>
                  </a:extLst>
                </a:gridCol>
                <a:gridCol w="3828568">
                  <a:extLst>
                    <a:ext uri="{9D8B030D-6E8A-4147-A177-3AD203B41FA5}">
                      <a16:colId xmlns:a16="http://schemas.microsoft.com/office/drawing/2014/main" val="20001"/>
                    </a:ext>
                  </a:extLst>
                </a:gridCol>
                <a:gridCol w="5982139">
                  <a:extLst>
                    <a:ext uri="{9D8B030D-6E8A-4147-A177-3AD203B41FA5}">
                      <a16:colId xmlns:a16="http://schemas.microsoft.com/office/drawing/2014/main" val="20002"/>
                    </a:ext>
                  </a:extLst>
                </a:gridCol>
              </a:tblGrid>
              <a:tr h="368807">
                <a:tc>
                  <a:txBody>
                    <a:bodyPr/>
                    <a:lstStyle/>
                    <a:p>
                      <a:endParaRPr/>
                    </a:p>
                  </a:txBody>
                  <a:tcPr marL="73152" marR="73152" marT="54864" marB="54864">
                    <a:lnB w="19050">
                      <a:solidFill>
                        <a:schemeClr val="tx1"/>
                      </a:solidFill>
                    </a:lnB>
                    <a:noFill/>
                  </a:tcPr>
                </a:tc>
                <a:tc>
                  <a:txBody>
                    <a:bodyPr/>
                    <a:lstStyle/>
                    <a:p>
                      <a:r>
                        <a:rPr sz="1700" b="1">
                          <a:solidFill>
                            <a:schemeClr val="accent1"/>
                          </a:solidFill>
                          <a:latin typeface="Consolas"/>
                        </a:rPr>
                        <a:t>Letter</a:t>
                      </a:r>
                    </a:p>
                  </a:txBody>
                  <a:tcPr marL="73152" marR="73152" marT="54864" marB="54864">
                    <a:lnB w="19050">
                      <a:solidFill>
                        <a:schemeClr val="tx1"/>
                      </a:solidFill>
                    </a:lnB>
                    <a:noFill/>
                  </a:tcPr>
                </a:tc>
                <a:tc>
                  <a:txBody>
                    <a:bodyPr/>
                    <a:lstStyle/>
                    <a:p>
                      <a:r>
                        <a:rPr sz="1700" b="1">
                          <a:solidFill>
                            <a:schemeClr val="accent1"/>
                          </a:solidFill>
                          <a:latin typeface="Consolas"/>
                        </a:rPr>
                        <a:t>Example</a:t>
                      </a:r>
                    </a:p>
                  </a:txBody>
                  <a:tcPr marL="73152" marR="73152" marT="54864" marB="54864">
                    <a:lnB w="19050">
                      <a:solidFill>
                        <a:schemeClr val="tx1"/>
                      </a:solidFill>
                    </a:lnB>
                    <a:noFill/>
                  </a:tcPr>
                </a:tc>
                <a:extLst>
                  <a:ext uri="{0D108BD9-81ED-4DB2-BD59-A6C34878D82A}">
                    <a16:rowId xmlns:a16="http://schemas.microsoft.com/office/drawing/2014/main" val="10000"/>
                  </a:ext>
                </a:extLst>
              </a:tr>
              <a:tr h="414528">
                <a:tc>
                  <a:txBody>
                    <a:bodyPr/>
                    <a:lstStyle/>
                    <a:p>
                      <a:r>
                        <a:rPr sz="2000" b="1">
                          <a:solidFill>
                            <a:schemeClr val="tx1"/>
                          </a:solidFill>
                        </a:rPr>
                        <a:t>S</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Specific goal</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"Parse a date string into a </a:t>
                      </a:r>
                      <a:r>
                        <a:rPr sz="2000">
                          <a:solidFill>
                            <a:schemeClr val="tx1"/>
                          </a:solidFill>
                          <a:latin typeface="Consolas"/>
                        </a:rPr>
                        <a:t>date</a:t>
                      </a:r>
                      <a:r>
                        <a:rPr sz="2000">
                          <a:solidFill>
                            <a:schemeClr val="tx1"/>
                          </a:solidFill>
                        </a:rPr>
                        <a:t>"</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1"/>
                  </a:ext>
                </a:extLst>
              </a:tr>
              <a:tr h="414528">
                <a:tc>
                  <a:txBody>
                    <a:bodyPr/>
                    <a:lstStyle/>
                    <a:p>
                      <a:r>
                        <a:rPr sz="2000" b="1">
                          <a:solidFill>
                            <a:schemeClr val="tx1"/>
                          </a:solidFill>
                        </a:rPr>
                        <a:t>P</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Programming language / file</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"Python 3.12, in </a:t>
                      </a:r>
                      <a:r>
                        <a:rPr sz="2000">
                          <a:solidFill>
                            <a:schemeClr val="tx1"/>
                          </a:solidFill>
                          <a:latin typeface="Consolas"/>
                        </a:rPr>
                        <a:t>utils/dates.py</a:t>
                      </a:r>
                      <a:r>
                        <a:rPr sz="2000">
                          <a:solidFill>
                            <a:schemeClr val="tx1"/>
                          </a:solidFill>
                        </a:rPr>
                        <a:t>"</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2"/>
                  </a:ext>
                </a:extLst>
              </a:tr>
              <a:tr h="414528">
                <a:tc>
                  <a:txBody>
                    <a:bodyPr/>
                    <a:lstStyle/>
                    <a:p>
                      <a:r>
                        <a:rPr sz="2000" b="1">
                          <a:solidFill>
                            <a:schemeClr val="tx1"/>
                          </a:solidFill>
                        </a:rPr>
                        <a:t>E</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Example, input to output</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latin typeface="Consolas"/>
                        </a:rPr>
                        <a:t>"2026-08-12"</a:t>
                      </a:r>
                      <a:r>
                        <a:rPr sz="2000">
                          <a:solidFill>
                            <a:schemeClr val="tx1"/>
                          </a:solidFill>
                        </a:rPr>
                        <a:t> → </a:t>
                      </a:r>
                      <a:r>
                        <a:rPr sz="2000">
                          <a:solidFill>
                            <a:schemeClr val="tx1"/>
                          </a:solidFill>
                          <a:latin typeface="Consolas"/>
                        </a:rPr>
                        <a:t>date(2026, 8, 12)</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3"/>
                  </a:ext>
                </a:extLst>
              </a:tr>
              <a:tr h="414528">
                <a:tc>
                  <a:txBody>
                    <a:bodyPr/>
                    <a:lstStyle/>
                    <a:p>
                      <a:r>
                        <a:rPr sz="2000" b="1">
                          <a:solidFill>
                            <a:schemeClr val="tx1"/>
                          </a:solidFill>
                        </a:rPr>
                        <a:t>C</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Constraints</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"No external libraries. Raise on bad input"</a:t>
                      </a:r>
                    </a:p>
                  </a:txBody>
                  <a:tcPr marL="73152" marR="73152" marT="54864" marB="54864">
                    <a:lnT w="9525" cap="flat" cmpd="sng" algn="ctr">
                      <a:solidFill>
                        <a:srgbClr val="DED8C9"/>
                      </a:solidFill>
                      <a:prstDash val="solid"/>
                      <a:round/>
                      <a:headEnd type="none" w="med" len="med"/>
                      <a:tailEnd type="none" w="med" len="med"/>
                    </a:lnT>
                    <a:noFill/>
                  </a:tcPr>
                </a:tc>
                <a:extLst>
                  <a:ext uri="{0D108BD9-81ED-4DB2-BD59-A6C34878D82A}">
                    <a16:rowId xmlns:a16="http://schemas.microsoft.com/office/drawing/2014/main" val="10004"/>
                  </a:ext>
                </a:extLst>
              </a:tr>
            </a:tbl>
          </a:graphicData>
        </a:graphic>
      </p:graphicFrame>
      <p:sp>
        <p:nvSpPr>
          <p:cNvPr id="3" name="Content Placeholder 2"/>
          <p:cNvSpPr>
            <a:spLocks noGrp="1"/>
          </p:cNvSpPr>
          <p:nvPr>
            <p:ph idx="1"/>
          </p:nvPr>
        </p:nvSpPr>
        <p:spPr>
          <a:xfrm>
            <a:off x="1051560" y="3718559"/>
            <a:ext cx="10591800" cy="283464"/>
          </a:xfrm>
        </p:spPr>
        <p:txBody>
          <a:bodyPr>
            <a:normAutofit/>
          </a:bodyPr>
          <a:lstStyle/>
          <a:p>
            <a:pPr marL="0" indent="0">
              <a:buNone/>
            </a:pPr>
            <a:r>
              <a:rPr sz="1400" b="1">
                <a:solidFill>
                  <a:schemeClr val="accent2"/>
                </a:solidFill>
                <a:latin typeface="Consolas"/>
              </a:rPr>
              <a:t>//</a:t>
            </a:r>
            <a:r>
              <a:rPr sz="1400">
                <a:solidFill>
                  <a:schemeClr val="tx2"/>
                </a:solidFill>
                <a:latin typeface="Consolas"/>
              </a:rPr>
              <a:t> any checklist works; what matters is covering all four, every time</a:t>
            </a:r>
          </a:p>
        </p:txBody>
      </p:sp>
    </p:spTree>
    <p:extLst>
      <p:ext uri="{BB962C8B-B14F-4D97-AF65-F5344CB8AC3E}">
        <p14:creationId xmlns:p14="http://schemas.microsoft.com/office/powerpoint/2010/main" val="11751874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The opening pair, decoded</a:t>
            </a:r>
          </a:p>
        </p:txBody>
      </p:sp>
      <p:sp>
        <p:nvSpPr>
          <p:cNvPr id="4" name="Prompt 4" descr="Prompt, good"/>
          <p:cNvSpPr/>
          <p:nvPr/>
        </p:nvSpPr>
        <p:spPr>
          <a:xfrm>
            <a:off x="1143000" y="1508760"/>
            <a:ext cx="10408920" cy="1443736"/>
          </a:xfrm>
          <a:prstGeom prst="roundRect">
            <a:avLst>
              <a:gd name="adj" fmla="val 4433"/>
            </a:avLst>
          </a:prstGeom>
          <a:solidFill>
            <a:schemeClr val="accent3">
              <a:lumMod val="10000"/>
              <a:lumOff val="90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3"/>
                </a:solidFill>
                <a:latin typeface="Consolas"/>
              </a:rPr>
              <a:t>PROMPT · B</a:t>
            </a:r>
          </a:p>
          <a:p>
            <a:pPr algn="l">
              <a:lnSpc>
                <a:spcPct val="100000"/>
              </a:lnSpc>
            </a:pPr>
            <a:r>
              <a:rPr sz="2200">
                <a:solidFill>
                  <a:schemeClr val="tx1"/>
                </a:solidFill>
                <a:latin typeface="Consolas"/>
              </a:rPr>
              <a:t>Write a Python function parse_date(s: str) -&gt; date.</a:t>
            </a:r>
          </a:p>
          <a:p>
            <a:pPr algn="l">
              <a:lnSpc>
                <a:spcPct val="100000"/>
              </a:lnSpc>
            </a:pPr>
            <a:r>
              <a:rPr sz="2200">
                <a:solidFill>
                  <a:schemeClr val="tx1"/>
                </a:solidFill>
                <a:latin typeface="Consolas"/>
              </a:rPr>
              <a:t>Accept "2026-08-12" and "12/08/2026" (day first). Raise ValueError on anything else. No external libraries.</a:t>
            </a:r>
          </a:p>
        </p:txBody>
      </p:sp>
      <p:sp>
        <p:nvSpPr>
          <p:cNvPr id="3" name="Content Placeholder 2"/>
          <p:cNvSpPr>
            <a:spLocks noGrp="1"/>
          </p:cNvSpPr>
          <p:nvPr>
            <p:ph idx="1"/>
          </p:nvPr>
        </p:nvSpPr>
        <p:spPr>
          <a:xfrm>
            <a:off x="1051560" y="3135376"/>
            <a:ext cx="10591800" cy="749808"/>
          </a:xfrm>
        </p:spPr>
        <p:txBody>
          <a:bodyPr>
            <a:normAutofit lnSpcReduction="10000"/>
          </a:bodyPr>
          <a:lstStyle/>
          <a:p>
            <a:r>
              <a:rPr b="1"/>
              <a:t>S</a:t>
            </a:r>
            <a:r>
              <a:t> parse a date · </a:t>
            </a:r>
            <a:r>
              <a:rPr b="1"/>
              <a:t>P</a:t>
            </a:r>
            <a:r>
              <a:t> Python, typed signature · </a:t>
            </a:r>
            <a:r>
              <a:rPr b="1"/>
              <a:t>E</a:t>
            </a:r>
            <a:r>
              <a:t> two example formats · </a:t>
            </a:r>
            <a:r>
              <a:rPr b="1"/>
              <a:t>C</a:t>
            </a:r>
            <a:r>
              <a:t> raise an error, no libraries</a:t>
            </a:r>
          </a:p>
        </p:txBody>
      </p:sp>
      <p:sp>
        <p:nvSpPr>
          <p:cNvPr id="5" name="Callout 5" descr="Callout"/>
          <p:cNvSpPr/>
          <p:nvPr/>
        </p:nvSpPr>
        <p:spPr>
          <a:xfrm>
            <a:off x="1143000" y="4068064"/>
            <a:ext cx="10408920" cy="890016"/>
          </a:xfrm>
          <a:prstGeom prst="roundRect">
            <a:avLst>
              <a:gd name="adj" fmla="val 7191"/>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lang="en-US" sz="2200" dirty="0">
                <a:solidFill>
                  <a:schemeClr val="tx1"/>
                </a:solidFill>
              </a:rPr>
              <a:t>Is </a:t>
            </a:r>
            <a:r>
              <a:rPr lang="en-US" sz="2200" dirty="0">
                <a:solidFill>
                  <a:schemeClr val="tx1"/>
                </a:solidFill>
                <a:latin typeface="Consolas"/>
              </a:rPr>
              <a:t>12/08/2026</a:t>
            </a:r>
            <a:r>
              <a:rPr lang="en-US" sz="2200" dirty="0">
                <a:solidFill>
                  <a:schemeClr val="tx1"/>
                </a:solidFill>
              </a:rPr>
              <a:t> in August or December? Prompt A leaves the model to guess. </a:t>
            </a:r>
            <a:r>
              <a:rPr lang="en-US" sz="2200" b="1" dirty="0">
                <a:solidFill>
                  <a:schemeClr val="tx1"/>
                </a:solidFill>
              </a:rPr>
              <a:t>B is better because it makes that decision</a:t>
            </a:r>
            <a:r>
              <a:rPr lang="en-US" sz="2200" dirty="0">
                <a:solidFill>
                  <a:schemeClr val="tx1"/>
                </a:solidFill>
              </a:rPr>
              <a:t>, not because it is longer.</a:t>
            </a:r>
          </a:p>
        </p:txBody>
      </p:sp>
      <p:sp>
        <p:nvSpPr>
          <p:cNvPr id="6" name="Text 6"/>
          <p:cNvSpPr txBox="1"/>
          <p:nvPr/>
        </p:nvSpPr>
        <p:spPr>
          <a:xfrm>
            <a:off x="1051560" y="5140960"/>
            <a:ext cx="10591800" cy="283464"/>
          </a:xfrm>
          <a:prstGeom prst="rect">
            <a:avLst/>
          </a:prstGeom>
          <a:noFill/>
        </p:spPr>
        <p:txBody>
          <a:bodyPr wrap="square">
            <a:normAutofit fontScale="92500"/>
          </a:bodyPr>
          <a:lstStyle>
            <a:lvl1pPr marL="342900" indent="-342900" algn="l" rtl="0" eaLnBrk="1" latinLnBrk="0" hangingPunct="1">
              <a:lnSpc>
                <a:spcPct val="90000"/>
              </a:lnSpc>
              <a:spcBef>
                <a:spcPts val="1200"/>
              </a:spcBef>
              <a:buClr>
                <a:schemeClr val="accent2"/>
              </a:buClr>
              <a:buFont typeface="Consolas"/>
              <a:buChar char="›"/>
              <a:defRPr sz="2400" b="0">
                <a:solidFill>
                  <a:schemeClr val="tx1"/>
                </a:solidFill>
                <a:latin typeface="+mn-lt"/>
              </a:defRPr>
            </a:lvl1pPr>
            <a:lvl2pPr marL="742950" indent="-285750" algn="l" rtl="0" eaLnBrk="1" latinLnBrk="0" hangingPunct="1">
              <a:lnSpc>
                <a:spcPct val="90000"/>
              </a:lnSpc>
              <a:spcBef>
                <a:spcPts val="600"/>
              </a:spcBef>
              <a:buClr>
                <a:schemeClr val="tx2"/>
              </a:buClr>
              <a:buFont typeface="Aptos"/>
              <a:buChar char="–"/>
              <a:defRPr sz="2000" b="0">
                <a:solidFill>
                  <a:schemeClr val="tx1"/>
                </a:solidFill>
                <a:latin typeface="+mn-lt"/>
              </a:defRPr>
            </a:lvl2pPr>
            <a:lvl3pPr marL="1085850" indent="-228600" algn="l" rtl="0" eaLnBrk="1" latinLnBrk="0" hangingPunct="1">
              <a:lnSpc>
                <a:spcPct val="90000"/>
              </a:lnSpc>
              <a:spcBef>
                <a:spcPts val="600"/>
              </a:spcBef>
              <a:buClr>
                <a:schemeClr val="tx2"/>
              </a:buClr>
              <a:buFont typeface="Aptos"/>
              <a:buChar char="·"/>
              <a:defRPr sz="1800" b="0">
                <a:solidFill>
                  <a:schemeClr val="tx1"/>
                </a:solidFill>
                <a:latin typeface="+mn-lt"/>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sz="1400" b="1">
                <a:solidFill>
                  <a:schemeClr val="accent2"/>
                </a:solidFill>
                <a:latin typeface="Consolas"/>
              </a:rPr>
              <a:t>//</a:t>
            </a:r>
            <a:r>
              <a:rPr sz="1400">
                <a:solidFill>
                  <a:schemeClr val="tx2"/>
                </a:solidFill>
                <a:latin typeface="Consolas"/>
              </a:rPr>
              <a:t> tested Sept 2026: given prompt A, three current models read it as 8 December (month first), and none asked</a:t>
            </a:r>
          </a:p>
        </p:txBody>
      </p:sp>
    </p:spTree>
    <p:extLst>
      <p:ext uri="{BB962C8B-B14F-4D97-AF65-F5344CB8AC3E}">
        <p14:creationId xmlns:p14="http://schemas.microsoft.com/office/powerpoint/2010/main" val="2353754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Constraints and non-goals</a:t>
            </a:r>
          </a:p>
        </p:txBody>
      </p:sp>
      <p:sp>
        <p:nvSpPr>
          <p:cNvPr id="3" name="Text Placeholder 2"/>
          <p:cNvSpPr>
            <a:spLocks noGrp="1"/>
          </p:cNvSpPr>
          <p:nvPr>
            <p:ph type="body" idx="1"/>
          </p:nvPr>
        </p:nvSpPr>
        <p:spPr/>
        <p:txBody>
          <a:bodyPr>
            <a:normAutofit fontScale="92500" lnSpcReduction="20000"/>
          </a:bodyPr>
          <a:lstStyle/>
          <a:p>
            <a:r>
              <a:t>Constraints: what the model must respect</a:t>
            </a:r>
          </a:p>
        </p:txBody>
      </p:sp>
      <p:sp>
        <p:nvSpPr>
          <p:cNvPr id="4" name="Content Placeholder 3"/>
          <p:cNvSpPr>
            <a:spLocks noGrp="1"/>
          </p:cNvSpPr>
          <p:nvPr>
            <p:ph sz="half" idx="2"/>
          </p:nvPr>
        </p:nvSpPr>
        <p:spPr>
          <a:xfrm>
            <a:off x="1051560" y="2148840"/>
            <a:ext cx="5067300" cy="3273552"/>
          </a:xfrm>
        </p:spPr>
        <p:txBody>
          <a:bodyPr>
            <a:normAutofit/>
          </a:bodyPr>
          <a:lstStyle/>
          <a:p>
            <a:r>
              <a:rPr>
                <a:latin typeface="Consolas"/>
              </a:rPr>
              <a:t>Python 3.12</a:t>
            </a:r>
          </a:p>
          <a:p>
            <a:r>
              <a:rPr>
                <a:latin typeface="Consolas"/>
              </a:rPr>
              <a:t>no new dependencies</a:t>
            </a:r>
          </a:p>
          <a:p>
            <a:r>
              <a:rPr>
                <a:latin typeface="Consolas"/>
              </a:rPr>
              <a:t>under 200ms</a:t>
            </a:r>
          </a:p>
          <a:p>
            <a:r>
              <a:rPr>
                <a:latin typeface="Consolas"/>
              </a:rPr>
              <a:t>no eval()</a:t>
            </a:r>
          </a:p>
        </p:txBody>
      </p:sp>
      <p:sp>
        <p:nvSpPr>
          <p:cNvPr id="5" name="Text Placeholder 4"/>
          <p:cNvSpPr>
            <a:spLocks noGrp="1"/>
          </p:cNvSpPr>
          <p:nvPr>
            <p:ph type="body" sz="quarter" idx="3"/>
          </p:nvPr>
        </p:nvSpPr>
        <p:spPr/>
        <p:txBody>
          <a:bodyPr>
            <a:normAutofit fontScale="92500" lnSpcReduction="20000"/>
          </a:bodyPr>
          <a:lstStyle/>
          <a:p>
            <a:r>
              <a:t>Non-goals: what the model must not touch</a:t>
            </a:r>
          </a:p>
        </p:txBody>
      </p:sp>
      <p:sp>
        <p:nvSpPr>
          <p:cNvPr id="6" name="Content Placeholder 5"/>
          <p:cNvSpPr>
            <a:spLocks noGrp="1"/>
          </p:cNvSpPr>
          <p:nvPr>
            <p:ph sz="quarter" idx="4"/>
          </p:nvPr>
        </p:nvSpPr>
        <p:spPr>
          <a:xfrm>
            <a:off x="6576060" y="2148840"/>
            <a:ext cx="5067300" cy="3273552"/>
          </a:xfrm>
        </p:spPr>
        <p:txBody>
          <a:bodyPr>
            <a:normAutofit/>
          </a:bodyPr>
          <a:lstStyle/>
          <a:p>
            <a:r>
              <a:t>No database schema changes</a:t>
            </a:r>
          </a:p>
          <a:p>
            <a:r>
              <a:t>No error handling yet</a:t>
            </a:r>
          </a:p>
          <a:p>
            <a:r>
              <a:t>Do not reformat the rest of the file</a:t>
            </a:r>
          </a:p>
        </p:txBody>
      </p:sp>
      <p:sp>
        <p:nvSpPr>
          <p:cNvPr id="7" name="Text 7"/>
          <p:cNvSpPr txBox="1"/>
          <p:nvPr/>
        </p:nvSpPr>
        <p:spPr>
          <a:xfrm>
            <a:off x="1051560" y="4197096"/>
            <a:ext cx="10591800" cy="749808"/>
          </a:xfrm>
          <a:prstGeom prst="rect">
            <a:avLst/>
          </a:prstGeom>
          <a:noFill/>
        </p:spPr>
        <p:txBody>
          <a:bodyPr wrap="square">
            <a:normAutofit lnSpcReduction="10000"/>
          </a:bodyPr>
          <a:lstStyle>
            <a:lvl1pPr marL="342900" indent="-342900" algn="l" rtl="0" eaLnBrk="1" latinLnBrk="0" hangingPunct="1">
              <a:lnSpc>
                <a:spcPct val="90000"/>
              </a:lnSpc>
              <a:spcBef>
                <a:spcPts val="1200"/>
              </a:spcBef>
              <a:buClr>
                <a:schemeClr val="accent2"/>
              </a:buClr>
              <a:buFont typeface="Consolas"/>
              <a:buChar char="›"/>
              <a:defRPr sz="2400" b="0">
                <a:solidFill>
                  <a:schemeClr val="tx1"/>
                </a:solidFill>
                <a:latin typeface="+mn-lt"/>
              </a:defRPr>
            </a:lvl1pPr>
            <a:lvl2pPr marL="742950" indent="-285750" algn="l" rtl="0" eaLnBrk="1" latinLnBrk="0" hangingPunct="1">
              <a:lnSpc>
                <a:spcPct val="90000"/>
              </a:lnSpc>
              <a:spcBef>
                <a:spcPts val="600"/>
              </a:spcBef>
              <a:buClr>
                <a:schemeClr val="tx2"/>
              </a:buClr>
              <a:buFont typeface="Aptos"/>
              <a:buChar char="–"/>
              <a:defRPr sz="2000" b="0">
                <a:solidFill>
                  <a:schemeClr val="tx1"/>
                </a:solidFill>
                <a:latin typeface="+mn-lt"/>
              </a:defRPr>
            </a:lvl2pPr>
            <a:lvl3pPr marL="1085850" indent="-228600" algn="l" rtl="0" eaLnBrk="1" latinLnBrk="0" hangingPunct="1">
              <a:lnSpc>
                <a:spcPct val="90000"/>
              </a:lnSpc>
              <a:spcBef>
                <a:spcPts val="600"/>
              </a:spcBef>
              <a:buClr>
                <a:schemeClr val="tx2"/>
              </a:buClr>
              <a:buFont typeface="Aptos"/>
              <a:buChar char="·"/>
              <a:defRPr sz="1800" b="0">
                <a:solidFill>
                  <a:schemeClr val="tx1"/>
                </a:solidFill>
                <a:latin typeface="+mn-lt"/>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Assistants often </a:t>
            </a:r>
            <a:r>
              <a:rPr lang="en-US" b="1"/>
              <a:t>change more than you asked</a:t>
            </a:r>
            <a:r>
              <a:rPr lang="en-US"/>
              <a:t>. Bugs hide in those extra changes, because nobody expected them, so nobody checked them</a:t>
            </a:r>
          </a:p>
        </p:txBody>
      </p:sp>
    </p:spTree>
    <p:extLst>
      <p:ext uri="{BB962C8B-B14F-4D97-AF65-F5344CB8AC3E}">
        <p14:creationId xmlns:p14="http://schemas.microsoft.com/office/powerpoint/2010/main" val="185269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P spid="7"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Predict: what comes back?</a:t>
            </a:r>
          </a:p>
        </p:txBody>
      </p:sp>
      <p:sp>
        <p:nvSpPr>
          <p:cNvPr id="4" name="Prompt 4" descr="Prompt"/>
          <p:cNvSpPr/>
          <p:nvPr/>
        </p:nvSpPr>
        <p:spPr>
          <a:xfrm>
            <a:off x="1143000" y="1508760"/>
            <a:ext cx="10408920" cy="773175"/>
          </a:xfrm>
          <a:prstGeom prst="roundRect">
            <a:avLst>
              <a:gd name="adj" fmla="val 8278"/>
            </a:avLst>
          </a:prstGeom>
          <a:solidFill>
            <a:schemeClr val="accent1">
              <a:lumMod val="10000"/>
              <a:lumOff val="90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1"/>
                </a:solidFill>
                <a:latin typeface="Consolas"/>
              </a:rPr>
              <a:t>PROMPT</a:t>
            </a:r>
          </a:p>
          <a:p>
            <a:pPr algn="l">
              <a:lnSpc>
                <a:spcPct val="100000"/>
              </a:lnSpc>
            </a:pPr>
            <a:r>
              <a:rPr sz="2200">
                <a:solidFill>
                  <a:schemeClr val="tx1"/>
                </a:solidFill>
                <a:latin typeface="Consolas"/>
              </a:rPr>
              <a:t>here's my file, fix the bug in calculate_total</a:t>
            </a:r>
          </a:p>
        </p:txBody>
      </p:sp>
      <p:sp>
        <p:nvSpPr>
          <p:cNvPr id="20" name="Option 1"/>
          <p:cNvSpPr/>
          <p:nvPr/>
        </p:nvSpPr>
        <p:spPr>
          <a:xfrm>
            <a:off x="1143000" y="2616200"/>
            <a:ext cx="3302000" cy="1778000"/>
          </a:xfrm>
          <a:prstGeom prst="roundRect">
            <a:avLst>
              <a:gd name="adj" fmla="val 8000"/>
            </a:avLst>
          </a:prstGeom>
          <a:solidFill>
            <a:schemeClr val="bg1"/>
          </a:solidFill>
          <a:ln w="19050">
            <a:solidFill>
              <a:schemeClr val="accent1"/>
            </a:solidFill>
          </a:ln>
        </p:spPr>
        <p:txBody>
          <a:bodyPr wrap="square" lIns="177800" tIns="127000" rIns="177800" bIns="127000" anchor="t">
            <a:noAutofit/>
          </a:bodyPr>
          <a:lstStyle/>
          <a:p>
            <a:pPr algn="l"/>
            <a:r>
              <a:rPr lang="en-US" sz="2800" b="1" dirty="0">
                <a:solidFill>
                  <a:schemeClr val="accent1"/>
                </a:solidFill>
              </a:rPr>
              <a:t>1</a:t>
            </a:r>
          </a:p>
          <a:p>
            <a:pPr algn="l">
              <a:spcBef>
                <a:spcPts val="400"/>
              </a:spcBef>
            </a:pPr>
            <a:r>
              <a:rPr lang="en-US" sz="1800" dirty="0">
                <a:solidFill>
                  <a:schemeClr val="tx1"/>
                </a:solidFill>
              </a:rPr>
              <a:t>Just the one-line fix</a:t>
            </a:r>
          </a:p>
        </p:txBody>
      </p:sp>
      <p:sp>
        <p:nvSpPr>
          <p:cNvPr id="21" name="Option 2"/>
          <p:cNvSpPr/>
          <p:nvPr/>
        </p:nvSpPr>
        <p:spPr>
          <a:xfrm>
            <a:off x="4699000" y="2616200"/>
            <a:ext cx="3302000" cy="1778000"/>
          </a:xfrm>
          <a:prstGeom prst="roundRect">
            <a:avLst>
              <a:gd name="adj" fmla="val 8000"/>
            </a:avLst>
          </a:prstGeom>
          <a:solidFill>
            <a:schemeClr val="bg1"/>
          </a:solidFill>
          <a:ln w="19050">
            <a:solidFill>
              <a:schemeClr val="accent1"/>
            </a:solidFill>
          </a:ln>
        </p:spPr>
        <p:txBody>
          <a:bodyPr wrap="square" lIns="177800" tIns="127000" rIns="177800" bIns="127000" anchor="t">
            <a:noAutofit/>
          </a:bodyPr>
          <a:lstStyle/>
          <a:p>
            <a:pPr algn="l"/>
            <a:r>
              <a:rPr lang="en-US" sz="2800" b="1" dirty="0">
                <a:solidFill>
                  <a:schemeClr val="accent1"/>
                </a:solidFill>
              </a:rPr>
              <a:t>2</a:t>
            </a:r>
          </a:p>
          <a:p>
            <a:pPr algn="l">
              <a:spcBef>
                <a:spcPts val="400"/>
              </a:spcBef>
            </a:pPr>
            <a:r>
              <a:rPr lang="en-US" sz="1800" dirty="0">
                <a:solidFill>
                  <a:schemeClr val="tx1"/>
                </a:solidFill>
              </a:rPr>
              <a:t>The fix, plus changes you did not ask for</a:t>
            </a:r>
          </a:p>
        </p:txBody>
      </p:sp>
      <p:sp>
        <p:nvSpPr>
          <p:cNvPr id="22" name="Option 3"/>
          <p:cNvSpPr/>
          <p:nvPr/>
        </p:nvSpPr>
        <p:spPr>
          <a:xfrm>
            <a:off x="8255000" y="2616200"/>
            <a:ext cx="3302000" cy="1778000"/>
          </a:xfrm>
          <a:prstGeom prst="roundRect">
            <a:avLst>
              <a:gd name="adj" fmla="val 8000"/>
            </a:avLst>
          </a:prstGeom>
          <a:solidFill>
            <a:schemeClr val="bg1"/>
          </a:solidFill>
          <a:ln w="19050">
            <a:solidFill>
              <a:schemeClr val="accent1"/>
            </a:solidFill>
          </a:ln>
        </p:spPr>
        <p:txBody>
          <a:bodyPr wrap="square" lIns="177800" tIns="127000" rIns="177800" bIns="127000" anchor="t">
            <a:noAutofit/>
          </a:bodyPr>
          <a:lstStyle/>
          <a:p>
            <a:pPr algn="l"/>
            <a:r>
              <a:rPr lang="en-US" sz="2800" b="1" dirty="0">
                <a:solidFill>
                  <a:schemeClr val="accent1"/>
                </a:solidFill>
              </a:rPr>
              <a:t>3</a:t>
            </a:r>
          </a:p>
          <a:p>
            <a:pPr algn="l">
              <a:spcBef>
                <a:spcPts val="400"/>
              </a:spcBef>
            </a:pPr>
            <a:r>
              <a:rPr lang="en-US" sz="1800" dirty="0">
                <a:solidFill>
                  <a:schemeClr val="tx1"/>
                </a:solidFill>
              </a:rPr>
              <a:t>The whole file, reformatted, with type hints and error handling</a:t>
            </a:r>
          </a:p>
        </p:txBody>
      </p:sp>
      <p:sp>
        <p:nvSpPr>
          <p:cNvPr id="30" name="Answer"/>
          <p:cNvSpPr/>
          <p:nvPr/>
        </p:nvSpPr>
        <p:spPr>
          <a:xfrm>
            <a:off x="1143000" y="4724400"/>
            <a:ext cx="10414000" cy="1473200"/>
          </a:xfrm>
          <a:prstGeom prst="roundRect">
            <a:avLst>
              <a:gd name="adj" fmla="val 8000"/>
            </a:avLst>
          </a:prstGeom>
          <a:solidFill>
            <a:schemeClr val="accent2">
              <a:lumMod val="20000"/>
              <a:lumOff val="80000"/>
            </a:schemeClr>
          </a:solidFill>
          <a:ln w="19050">
            <a:solidFill>
              <a:schemeClr val="accent2"/>
            </a:solidFill>
          </a:ln>
        </p:spPr>
        <p:txBody>
          <a:bodyPr wrap="square" lIns="177800" tIns="127000" rIns="177800" bIns="127000" anchor="ctr">
            <a:noAutofit/>
          </a:bodyPr>
          <a:lstStyle/>
          <a:p>
            <a:pPr algn="l"/>
            <a:r>
              <a:rPr lang="en-US" sz="2200" b="1" dirty="0">
                <a:solidFill>
                  <a:schemeClr val="accent2"/>
                </a:solidFill>
              </a:rPr>
              <a:t>Answer: </a:t>
            </a:r>
            <a:r>
              <a:rPr lang="en-US" sz="2200" b="1" dirty="0">
                <a:solidFill>
                  <a:schemeClr val="tx1"/>
                </a:solidFill>
              </a:rPr>
              <a:t>none of them reliably. It depends on the model, and on the run</a:t>
            </a:r>
          </a:p>
          <a:p>
            <a:pPr algn="l">
              <a:spcBef>
                <a:spcPts val="600"/>
              </a:spcBef>
            </a:pPr>
            <a:r>
              <a:rPr lang="en-US" sz="1800" dirty="0">
                <a:solidFill>
                  <a:schemeClr val="tx1"/>
                </a:solidFill>
              </a:rPr>
              <a:t>Tested Sept 2026: the same prompt changed 1 line with one model, 3 with another, and 11 then 4 with a third</a:t>
            </a:r>
          </a:p>
        </p:txBody>
      </p:sp>
    </p:spTree>
    <p:extLst>
      <p:ext uri="{BB962C8B-B14F-4D97-AF65-F5344CB8AC3E}">
        <p14:creationId xmlns:p14="http://schemas.microsoft.com/office/powerpoint/2010/main" val="777851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A vague prompt changed 1 to 11 lines; a narrow one changed 1 every time</a:t>
            </a:r>
          </a:p>
        </p:txBody>
      </p:sp>
      <p:graphicFrame>
        <p:nvGraphicFramePr>
          <p:cNvPr id="4" name="Chart 4" descr="Chart: lines each model changed to fix a one-line bug: two runs of the vague prompt and one of the narrow prompt. vague prompt, run 1 (GLM-5.3: 1, Gemini 3.6 Flash: 3, Gemini 2.5 Flash: 11); vague prompt, run 2 (GLM-5.3: 1, Gemini 3.6 Flash: 3, Gemini 2.5 Flash: 4); narrow prompt (next slide) (GLM-5.3: 1, Gemini 3.6 Flash: 1, Gemini 2.5 Flash: 1)"/>
          <p:cNvGraphicFramePr>
            <a:graphicFrameLocks noGrp="1"/>
          </p:cNvGraphicFramePr>
          <p:nvPr/>
        </p:nvGraphicFramePr>
        <p:xfrm>
          <a:off x="1143000" y="1508760"/>
          <a:ext cx="10408920" cy="3621024"/>
        </p:xfrm>
        <a:graphic>
          <a:graphicData uri="http://schemas.openxmlformats.org/drawingml/2006/chart">
            <c:chart xmlns:c="http://schemas.openxmlformats.org/drawingml/2006/chart" xmlns:r="http://schemas.openxmlformats.org/officeDocument/2006/relationships" r:id="rId3"/>
          </a:graphicData>
        </a:graphic>
      </p:graphicFrame>
      <p:sp>
        <p:nvSpPr>
          <p:cNvPr id="5" name="Chart source 5"/>
          <p:cNvSpPr txBox="1"/>
          <p:nvPr/>
        </p:nvSpPr>
        <p:spPr>
          <a:xfrm>
            <a:off x="1143000" y="5129784"/>
            <a:ext cx="10408920" cy="292608"/>
          </a:xfrm>
          <a:prstGeom prst="rect">
            <a:avLst/>
          </a:prstGeom>
          <a:noFill/>
        </p:spPr>
        <p:txBody>
          <a:bodyPr wrap="square" tIns="0" bIns="0">
            <a:spAutoFit/>
          </a:bodyPr>
          <a:lstStyle/>
          <a:p>
            <a:pPr algn="l"/>
            <a:r>
              <a:rPr sz="1100">
                <a:solidFill>
                  <a:schemeClr val="tx2"/>
                </a:solidFill>
                <a:latin typeface="Consolas"/>
              </a:rPr>
              <a:t>// source: tested Sept 2026 through each vendor's API, no system prompt; every reply fixed the bug</a:t>
            </a:r>
          </a:p>
        </p:txBody>
      </p:sp>
      <p:sp>
        <p:nvSpPr>
          <p:cNvPr id="3" name="Content Placeholder 2"/>
          <p:cNvSpPr>
            <a:spLocks noGrp="1"/>
          </p:cNvSpPr>
          <p:nvPr>
            <p:ph idx="1"/>
          </p:nvPr>
        </p:nvSpPr>
        <p:spPr>
          <a:xfrm>
            <a:off x="1051560" y="5605272"/>
            <a:ext cx="10591800" cy="749808"/>
          </a:xfrm>
        </p:spPr>
        <p:txBody>
          <a:bodyPr>
            <a:normAutofit lnSpcReduction="10000"/>
          </a:bodyPr>
          <a:lstStyle/>
          <a:p>
            <a:r>
              <a:t>None added type hints or error handling. The extras were a rewritten loop, new comments, or the whole file sent back</a:t>
            </a:r>
          </a:p>
        </p:txBody>
      </p:sp>
    </p:spTree>
    <p:extLst>
      <p:ext uri="{BB962C8B-B14F-4D97-AF65-F5344CB8AC3E}">
        <p14:creationId xmlns:p14="http://schemas.microsoft.com/office/powerpoint/2010/main" val="2583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Ask narrowly, and say what not to touch</a:t>
            </a:r>
          </a:p>
        </p:txBody>
      </p:sp>
      <p:sp>
        <p:nvSpPr>
          <p:cNvPr id="4" name="Prompt 4" descr="Prompt, good"/>
          <p:cNvSpPr/>
          <p:nvPr/>
        </p:nvSpPr>
        <p:spPr>
          <a:xfrm>
            <a:off x="1143000" y="1508760"/>
            <a:ext cx="10408920" cy="1779016"/>
          </a:xfrm>
          <a:prstGeom prst="roundRect">
            <a:avLst>
              <a:gd name="adj" fmla="val 3597"/>
            </a:avLst>
          </a:prstGeom>
          <a:solidFill>
            <a:schemeClr val="accent3">
              <a:lumMod val="10000"/>
              <a:lumOff val="90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3"/>
                </a:solidFill>
                <a:latin typeface="Consolas"/>
              </a:rPr>
              <a:t>PROMPT</a:t>
            </a:r>
          </a:p>
          <a:p>
            <a:pPr algn="l">
              <a:lnSpc>
                <a:spcPct val="100000"/>
              </a:lnSpc>
            </a:pPr>
            <a:r>
              <a:rPr sz="2200">
                <a:solidFill>
                  <a:schemeClr val="tx1"/>
                </a:solidFill>
                <a:latin typeface="Consolas"/>
              </a:rPr>
              <a:t>Fix only the off-by-one in calculate_total.</a:t>
            </a:r>
          </a:p>
          <a:p>
            <a:pPr algn="l">
              <a:lnSpc>
                <a:spcPct val="100000"/>
              </a:lnSpc>
            </a:pPr>
            <a:r>
              <a:rPr sz="2200">
                <a:solidFill>
                  <a:schemeClr val="tx1"/>
                </a:solidFill>
                <a:latin typeface="Consolas"/>
              </a:rPr>
              <a:t>Change nothing else: no formatting, no type hints, no error handling.</a:t>
            </a:r>
          </a:p>
          <a:p>
            <a:pPr algn="l">
              <a:lnSpc>
                <a:spcPct val="100000"/>
              </a:lnSpc>
            </a:pPr>
            <a:r>
              <a:rPr sz="2200">
                <a:solidFill>
                  <a:schemeClr val="tx1"/>
                </a:solidFill>
                <a:latin typeface="Consolas"/>
              </a:rPr>
              <a:t>Show me a diff, not the file.</a:t>
            </a:r>
          </a:p>
        </p:txBody>
      </p:sp>
      <p:sp>
        <p:nvSpPr>
          <p:cNvPr id="5" name="Callout 5" descr="Callout"/>
          <p:cNvSpPr/>
          <p:nvPr/>
        </p:nvSpPr>
        <p:spPr>
          <a:xfrm>
            <a:off x="1143000" y="3470656"/>
            <a:ext cx="10408920" cy="890016"/>
          </a:xfrm>
          <a:prstGeom prst="roundRect">
            <a:avLst>
              <a:gd name="adj" fmla="val 7191"/>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sz="2200">
                <a:solidFill>
                  <a:schemeClr val="tx1"/>
                </a:solidFill>
              </a:rPr>
              <a:t>You will </a:t>
            </a:r>
            <a:r>
              <a:rPr sz="2200" b="1">
                <a:solidFill>
                  <a:schemeClr val="tx1"/>
                </a:solidFill>
              </a:rPr>
              <a:t>read</a:t>
            </a:r>
            <a:r>
              <a:rPr sz="2200">
                <a:solidFill>
                  <a:schemeClr val="tx1"/>
                </a:solidFill>
              </a:rPr>
              <a:t> a one-line change carefully, but only </a:t>
            </a:r>
            <a:r>
              <a:rPr sz="2200" b="1">
                <a:solidFill>
                  <a:schemeClr val="tx1"/>
                </a:solidFill>
              </a:rPr>
              <a:t>skim</a:t>
            </a:r>
            <a:r>
              <a:rPr sz="2200">
                <a:solidFill>
                  <a:schemeClr val="tx1"/>
                </a:solidFill>
              </a:rPr>
              <a:t> a whole file. Asking for just the fix, as a diff, is what makes a real review possible.</a:t>
            </a:r>
          </a:p>
        </p:txBody>
      </p:sp>
      <p:sp>
        <p:nvSpPr>
          <p:cNvPr id="3" name="Content Placeholder 2"/>
          <p:cNvSpPr>
            <a:spLocks noGrp="1"/>
          </p:cNvSpPr>
          <p:nvPr>
            <p:ph idx="1"/>
          </p:nvPr>
        </p:nvSpPr>
        <p:spPr>
          <a:xfrm>
            <a:off x="1051560" y="4543552"/>
            <a:ext cx="10591800" cy="283464"/>
          </a:xfrm>
        </p:spPr>
        <p:txBody>
          <a:bodyPr>
            <a:normAutofit/>
          </a:bodyPr>
          <a:lstStyle/>
          <a:p>
            <a:pPr marL="0" indent="0">
              <a:buNone/>
            </a:pPr>
            <a:r>
              <a:rPr sz="1400" b="1">
                <a:solidFill>
                  <a:schemeClr val="accent2"/>
                </a:solidFill>
                <a:latin typeface="Consolas"/>
              </a:rPr>
              <a:t>//</a:t>
            </a:r>
            <a:r>
              <a:rPr sz="1400">
                <a:solidFill>
                  <a:schemeClr val="tx2"/>
                </a:solidFill>
                <a:latin typeface="Consolas"/>
              </a:rPr>
              <a:t> tested Sept 2026: a one-line diff from all three models</a:t>
            </a:r>
          </a:p>
        </p:txBody>
      </p:sp>
    </p:spTree>
    <p:extLst>
      <p:ext uri="{BB962C8B-B14F-4D97-AF65-F5344CB8AC3E}">
        <p14:creationId xmlns:p14="http://schemas.microsoft.com/office/powerpoint/2010/main" val="29154189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Personas, step-by-step, examples: what each really does</a:t>
            </a:r>
          </a:p>
        </p:txBody>
      </p:sp>
      <p:sp>
        <p:nvSpPr>
          <p:cNvPr id="3" name="Text Placeholder 2"/>
          <p:cNvSpPr>
            <a:spLocks noGrp="1"/>
          </p:cNvSpPr>
          <p:nvPr>
            <p:ph type="body" idx="1"/>
          </p:nvPr>
        </p:nvSpPr>
        <p:spPr/>
        <p:txBody>
          <a:bodyPr/>
          <a:lstStyle/>
          <a:p>
            <a:r>
              <a:rPr lang="en-US" sz="1600" b="1" dirty="0">
                <a:solidFill>
                  <a:schemeClr val="accent2"/>
                </a:solidFill>
                <a:latin typeface="Consolas"/>
              </a:rPr>
              <a:t>//</a:t>
            </a:r>
            <a:r>
              <a:rPr lang="en-US" sz="1600" dirty="0">
                <a:solidFill>
                  <a:schemeClr val="tx2"/>
                </a:solidFill>
                <a:latin typeface="Consolas"/>
              </a:rPr>
              <a:t> part 1 · section 2 of 3</a:t>
            </a:r>
          </a:p>
          <a:p>
            <a:pPr>
              <a:spcBef>
                <a:spcPts val="600"/>
              </a:spcBef>
            </a:pPr>
            <a:r>
              <a:rPr lang="en-US" dirty="0"/>
              <a:t>Three well-known techniques, what the evidence says about each, and when to use which</a:t>
            </a:r>
          </a:p>
        </p:txBody>
      </p:sp>
    </p:spTree>
    <p:extLst>
      <p:ext uri="{BB962C8B-B14F-4D97-AF65-F5344CB8AC3E}">
        <p14:creationId xmlns:p14="http://schemas.microsoft.com/office/powerpoint/2010/main" val="12544511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Three techniques worth knowing</a:t>
            </a:r>
          </a:p>
        </p:txBody>
      </p:sp>
      <p:graphicFrame>
        <p:nvGraphicFramePr>
          <p:cNvPr id="4" name="Table 4"/>
          <p:cNvGraphicFramePr>
            <a:graphicFrameLocks noGrp="1"/>
          </p:cNvGraphicFramePr>
          <p:nvPr>
            <p:extLst>
              <p:ext uri="{D42A27DB-BD31-4B8C-83A1-F6EECF244321}">
                <p14:modId xmlns:p14="http://schemas.microsoft.com/office/powerpoint/2010/main" val="1195629829"/>
              </p:ext>
            </p:extLst>
          </p:nvPr>
        </p:nvGraphicFramePr>
        <p:xfrm>
          <a:off x="1143000" y="1508760"/>
          <a:ext cx="10414400" cy="2831592"/>
        </p:xfrm>
        <a:graphic>
          <a:graphicData uri="http://schemas.openxmlformats.org/drawingml/2006/table">
            <a:tbl>
              <a:tblPr>
                <a:tableStyleId>{2D5ABB26-0587-4C30-8999-92F81FD0307C}</a:tableStyleId>
              </a:tblPr>
              <a:tblGrid>
                <a:gridCol w="3556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3810400">
                  <a:extLst>
                    <a:ext uri="{9D8B030D-6E8A-4147-A177-3AD203B41FA5}">
                      <a16:colId xmlns:a16="http://schemas.microsoft.com/office/drawing/2014/main" val="20002"/>
                    </a:ext>
                  </a:extLst>
                </a:gridCol>
              </a:tblGrid>
              <a:tr h="368805">
                <a:tc>
                  <a:txBody>
                    <a:bodyPr/>
                    <a:lstStyle/>
                    <a:p>
                      <a:r>
                        <a:rPr sz="1700" b="1">
                          <a:solidFill>
                            <a:schemeClr val="accent1"/>
                          </a:solidFill>
                          <a:latin typeface="Consolas"/>
                        </a:rPr>
                        <a:t>Technique</a:t>
                      </a:r>
                    </a:p>
                  </a:txBody>
                  <a:tcPr marL="73152" marR="73152" marT="54864" marB="54864">
                    <a:lnB w="19050">
                      <a:solidFill>
                        <a:schemeClr val="tx1"/>
                      </a:solidFill>
                    </a:lnB>
                    <a:noFill/>
                  </a:tcPr>
                </a:tc>
                <a:tc>
                  <a:txBody>
                    <a:bodyPr/>
                    <a:lstStyle/>
                    <a:p>
                      <a:r>
                        <a:rPr sz="1700" b="1">
                          <a:solidFill>
                            <a:schemeClr val="accent1"/>
                          </a:solidFill>
                          <a:latin typeface="Consolas"/>
                        </a:rPr>
                        <a:t>What it changes</a:t>
                      </a:r>
                    </a:p>
                  </a:txBody>
                  <a:tcPr marL="73152" marR="73152" marT="54864" marB="54864">
                    <a:lnB w="19050">
                      <a:solidFill>
                        <a:schemeClr val="tx1"/>
                      </a:solidFill>
                    </a:lnB>
                    <a:noFill/>
                  </a:tcPr>
                </a:tc>
                <a:tc>
                  <a:txBody>
                    <a:bodyPr/>
                    <a:lstStyle/>
                    <a:p>
                      <a:r>
                        <a:rPr sz="1700" b="1">
                          <a:solidFill>
                            <a:schemeClr val="accent1"/>
                          </a:solidFill>
                          <a:latin typeface="Consolas"/>
                        </a:rPr>
                        <a:t>Reach for it when</a:t>
                      </a:r>
                    </a:p>
                  </a:txBody>
                  <a:tcPr marL="73152" marR="73152" marT="54864" marB="54864">
                    <a:lnB w="19050">
                      <a:solidFill>
                        <a:schemeClr val="tx1"/>
                      </a:solidFill>
                    </a:lnB>
                    <a:noFill/>
                  </a:tcPr>
                </a:tc>
                <a:extLst>
                  <a:ext uri="{0D108BD9-81ED-4DB2-BD59-A6C34878D82A}">
                    <a16:rowId xmlns:a16="http://schemas.microsoft.com/office/drawing/2014/main" val="10000"/>
                  </a:ext>
                </a:extLst>
              </a:tr>
              <a:tr h="414528">
                <a:tc>
                  <a:txBody>
                    <a:bodyPr/>
                    <a:lstStyle/>
                    <a:p>
                      <a:r>
                        <a:rPr sz="2000" b="1">
                          <a:solidFill>
                            <a:schemeClr val="tx1"/>
                          </a:solidFill>
                        </a:rPr>
                        <a:t>Persona</a:t>
                      </a:r>
                    </a:p>
                    <a:p>
                      <a:pPr>
                        <a:spcBef>
                          <a:spcPts val="200"/>
                        </a:spcBef>
                      </a:pPr>
                      <a:r>
                        <a:rPr lang="en-US" sz="1600" dirty="0">
                          <a:solidFill>
                            <a:schemeClr val="accent2"/>
                          </a:solidFill>
                          <a:latin typeface="Consolas"/>
                        </a:rPr>
                        <a:t>"You are a security reviewer"</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Tone, audience, what the model focuses on</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You want a lens: security, performance, a beginner</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1"/>
                  </a:ext>
                </a:extLst>
              </a:tr>
              <a:tr h="414528">
                <a:tc>
                  <a:txBody>
                    <a:bodyPr/>
                    <a:lstStyle/>
                    <a:p>
                      <a:r>
                        <a:rPr sz="2000" b="1">
                          <a:solidFill>
                            <a:schemeClr val="tx1"/>
                          </a:solidFill>
                        </a:rPr>
                        <a:t>Chain-of-thought</a:t>
                      </a:r>
                    </a:p>
                    <a:p>
                      <a:pPr>
                        <a:spcBef>
                          <a:spcPts val="200"/>
                        </a:spcBef>
                      </a:pPr>
                      <a:r>
                        <a:rPr lang="en-US" sz="1600" dirty="0">
                          <a:solidFill>
                            <a:schemeClr val="accent2"/>
                          </a:solidFill>
                          <a:latin typeface="Consolas"/>
                        </a:rPr>
                        <a:t>"Think step by step first"</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Shows the steps, not just the answer</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You need to check the reasoning, not only the result</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2"/>
                  </a:ext>
                </a:extLst>
              </a:tr>
              <a:tr h="414528">
                <a:tc>
                  <a:txBody>
                    <a:bodyPr/>
                    <a:lstStyle/>
                    <a:p>
                      <a:r>
                        <a:rPr sz="2000" b="1">
                          <a:solidFill>
                            <a:schemeClr val="tx1"/>
                          </a:solidFill>
                        </a:rPr>
                        <a:t>Few-shot</a:t>
                      </a:r>
                    </a:p>
                    <a:p>
                      <a:pPr>
                        <a:spcBef>
                          <a:spcPts val="200"/>
                        </a:spcBef>
                      </a:pPr>
                      <a:r>
                        <a:rPr lang="en-US" sz="1600" dirty="0">
                          <a:solidFill>
                            <a:schemeClr val="accent2"/>
                          </a:solidFill>
                          <a:latin typeface="Consolas"/>
                        </a:rPr>
                        <a:t>Two examples, then yours</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A </a:t>
                      </a:r>
                      <a:r>
                        <a:rPr sz="2000" b="1">
                          <a:solidFill>
                            <a:schemeClr val="tx1"/>
                          </a:solidFill>
                        </a:rPr>
                        <a:t>“shot”</a:t>
                      </a:r>
                      <a:r>
                        <a:rPr sz="2000">
                          <a:solidFill>
                            <a:schemeClr val="tx1"/>
                          </a:solidFill>
                        </a:rPr>
                        <a:t> is one worked example: an input and its exact output. Give 2 or 3</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The output </a:t>
                      </a:r>
                      <a:r>
                        <a:rPr sz="2000" b="1">
                          <a:solidFill>
                            <a:schemeClr val="tx1"/>
                          </a:solidFill>
                        </a:rPr>
                        <a:t>format</a:t>
                      </a:r>
                      <a:r>
                        <a:rPr sz="2000">
                          <a:solidFill>
                            <a:schemeClr val="tx1"/>
                          </a:solidFill>
                        </a:rPr>
                        <a:t> must be exact</a:t>
                      </a:r>
                    </a:p>
                  </a:txBody>
                  <a:tcPr marL="73152" marR="73152" marT="54864" marB="54864">
                    <a:lnT w="9525" cap="flat" cmpd="sng" algn="ctr">
                      <a:solidFill>
                        <a:srgbClr val="DED8C9"/>
                      </a:solidFill>
                      <a:prstDash val="solid"/>
                      <a:round/>
                      <a:headEnd type="none" w="med" len="med"/>
                      <a:tailEnd type="none" w="med" len="med"/>
                    </a:lnT>
                    <a:noFill/>
                  </a:tcPr>
                </a:tc>
                <a:extLst>
                  <a:ext uri="{0D108BD9-81ED-4DB2-BD59-A6C34878D82A}">
                    <a16:rowId xmlns:a16="http://schemas.microsoft.com/office/drawing/2014/main" val="10003"/>
                  </a:ext>
                </a:extLst>
              </a:tr>
            </a:tbl>
          </a:graphicData>
        </a:graphic>
      </p:graphicFrame>
      <p:sp>
        <p:nvSpPr>
          <p:cNvPr id="3" name="Content Placeholder 2"/>
          <p:cNvSpPr>
            <a:spLocks noGrp="1"/>
          </p:cNvSpPr>
          <p:nvPr>
            <p:ph idx="1"/>
          </p:nvPr>
        </p:nvSpPr>
        <p:spPr>
          <a:xfrm>
            <a:off x="1051560" y="4645152"/>
            <a:ext cx="10591800" cy="2159000"/>
          </a:xfrm>
        </p:spPr>
        <p:txBody>
          <a:bodyPr>
            <a:noAutofit/>
          </a:bodyPr>
          <a:lstStyle/>
          <a:p>
            <a:r>
              <a:rPr lang="en-US" sz="2000" dirty="0"/>
              <a:t>Add-ons to a SPEC prompt: few-shot is SPEC's </a:t>
            </a:r>
            <a:r>
              <a:rPr lang="en-US" sz="2000" b="1" dirty="0"/>
              <a:t>E</a:t>
            </a:r>
            <a:r>
              <a:rPr lang="en-US" sz="2000" dirty="0"/>
              <a:t>, done properly</a:t>
            </a:r>
          </a:p>
          <a:p>
            <a:r>
              <a:rPr lang="en-US" sz="2000" dirty="0"/>
              <a:t>Each is </a:t>
            </a:r>
            <a:r>
              <a:rPr lang="en-US" sz="2000" b="1" dirty="0"/>
              <a:t>one prompt</a:t>
            </a:r>
            <a:r>
              <a:rPr lang="en-US" sz="2000" dirty="0"/>
              <a:t>, not a slow conversation or a series of prompts</a:t>
            </a:r>
          </a:p>
          <a:p>
            <a:pPr marL="0" indent="0">
              <a:spcBef>
                <a:spcPts val="1800"/>
              </a:spcBef>
              <a:buNone/>
            </a:pPr>
            <a:r>
              <a:rPr sz="1400" b="1">
                <a:solidFill>
                  <a:schemeClr val="accent2"/>
                </a:solidFill>
                <a:latin typeface="Consolas"/>
              </a:rPr>
              <a:t>//</a:t>
            </a:r>
            <a:r>
              <a:rPr sz="1400">
                <a:solidFill>
                  <a:schemeClr val="tx2"/>
                </a:solidFill>
                <a:latin typeface="Consolas"/>
              </a:rPr>
              <a:t> each technique fixes one kind of problem; use it only for that problem</a:t>
            </a:r>
          </a:p>
        </p:txBody>
      </p:sp>
    </p:spTree>
    <p:extLst>
      <p:ext uri="{BB962C8B-B14F-4D97-AF65-F5344CB8AC3E}">
        <p14:creationId xmlns:p14="http://schemas.microsoft.com/office/powerpoint/2010/main" val="22582094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Personas set tone, not accuracy</a:t>
            </a:r>
          </a:p>
        </p:txBody>
      </p:sp>
      <p:sp>
        <p:nvSpPr>
          <p:cNvPr id="3" name="Content Placeholder 2"/>
          <p:cNvSpPr>
            <a:spLocks noGrp="1"/>
          </p:cNvSpPr>
          <p:nvPr>
            <p:ph idx="1"/>
          </p:nvPr>
        </p:nvSpPr>
        <p:spPr>
          <a:xfrm>
            <a:off x="1051560" y="1508760"/>
            <a:ext cx="10591800" cy="2042160"/>
          </a:xfrm>
        </p:spPr>
        <p:txBody>
          <a:bodyPr>
            <a:normAutofit lnSpcReduction="10000"/>
          </a:bodyPr>
          <a:lstStyle/>
          <a:p>
            <a:r>
              <a:t>"You are an expert" did not make answers more accurate: </a:t>
            </a:r>
            <a:r>
              <a:rPr b="1"/>
              <a:t>162 roles</a:t>
            </a:r>
            <a:r>
              <a:t>, 2,410 questions, nine open models (Zheng et al., 2024)</a:t>
            </a:r>
          </a:p>
          <a:p>
            <a:r>
              <a:t>Re-tested in 2025 on GPT-4o, o3-mini, o4-mini and Gemini: no significant gain, and "layperson" personas made answers </a:t>
            </a:r>
            <a:r>
              <a:rPr b="1"/>
              <a:t>worse</a:t>
            </a:r>
          </a:p>
          <a:p>
            <a:r>
              <a:t>What a role does change: tone, audience, and what the model focuses on</a:t>
            </a:r>
          </a:p>
        </p:txBody>
      </p:sp>
      <p:sp>
        <p:nvSpPr>
          <p:cNvPr id="4" name="Callout 4" descr="Callout"/>
          <p:cNvSpPr/>
          <p:nvPr/>
        </p:nvSpPr>
        <p:spPr>
          <a:xfrm>
            <a:off x="1143000" y="3733800"/>
            <a:ext cx="10408920" cy="838200"/>
          </a:xfrm>
          <a:prstGeom prst="roundRect">
            <a:avLst>
              <a:gd name="adj" fmla="val 11538"/>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sz="2200">
                <a:solidFill>
                  <a:schemeClr val="tx1"/>
                </a:solidFill>
              </a:rPr>
              <a:t>Use a persona to set the </a:t>
            </a:r>
            <a:r>
              <a:rPr sz="2200" b="1">
                <a:solidFill>
                  <a:schemeClr val="tx1"/>
                </a:solidFill>
              </a:rPr>
              <a:t>viewpoint</a:t>
            </a:r>
            <a:r>
              <a:rPr sz="2200">
                <a:solidFill>
                  <a:schemeClr val="tx1"/>
                </a:solidFill>
              </a:rPr>
              <a:t> ("review this as a security auditor"), not to make answers more correct</a:t>
            </a:r>
          </a:p>
        </p:txBody>
      </p:sp>
    </p:spTree>
    <p:extLst>
      <p:ext uri="{BB962C8B-B14F-4D97-AF65-F5344CB8AC3E}">
        <p14:creationId xmlns:p14="http://schemas.microsoft.com/office/powerpoint/2010/main" val="390516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Chain-of-thought: a 2022 trick, now built in</a:t>
            </a:r>
          </a:p>
        </p:txBody>
      </p:sp>
      <p:graphicFrame>
        <p:nvGraphicFramePr>
          <p:cNvPr id="4" name="Chart 4" descr="Chart: percentage points of accuracy gained by asking for step-by-step reasoning, 2022 models against 2025 reasoning models. Accuracy gained by asking for step-by-step reasoning (PaLM 540B 2022, maths: 39.0, text-davinci-002 2022, maths: 30.3, o3-mini 2025, science: 2.9, o4-mini 2025, science: 3.1, Gemini 2.5 Flash 2025, science: -3.3)"/>
          <p:cNvGraphicFramePr>
            <a:graphicFrameLocks noGrp="1"/>
          </p:cNvGraphicFramePr>
          <p:nvPr/>
        </p:nvGraphicFramePr>
        <p:xfrm>
          <a:off x="1143000" y="1508760"/>
          <a:ext cx="10408920" cy="2810256"/>
        </p:xfrm>
        <a:graphic>
          <a:graphicData uri="http://schemas.openxmlformats.org/drawingml/2006/chart">
            <c:chart xmlns:c="http://schemas.openxmlformats.org/drawingml/2006/chart" xmlns:r="http://schemas.openxmlformats.org/officeDocument/2006/relationships" r:id="rId3"/>
          </a:graphicData>
        </a:graphic>
      </p:graphicFrame>
      <p:sp>
        <p:nvSpPr>
          <p:cNvPr id="5" name="Chart source 5"/>
          <p:cNvSpPr txBox="1"/>
          <p:nvPr/>
        </p:nvSpPr>
        <p:spPr>
          <a:xfrm>
            <a:off x="1143000" y="4319016"/>
            <a:ext cx="10408920" cy="292608"/>
          </a:xfrm>
          <a:prstGeom prst="rect">
            <a:avLst/>
          </a:prstGeom>
          <a:noFill/>
        </p:spPr>
        <p:txBody>
          <a:bodyPr wrap="square" tIns="0" bIns="0">
            <a:spAutoFit/>
          </a:bodyPr>
          <a:lstStyle/>
          <a:p>
            <a:pPr algn="l"/>
            <a:r>
              <a:rPr sz="1100">
                <a:solidFill>
                  <a:schemeClr val="tx2"/>
                </a:solidFill>
                <a:latin typeface="Consolas"/>
              </a:rPr>
              <a:t>// source: Wei et al. 2022 and Kojima et al. 2022 (GSM8K); Meincke et al., Wharton, 2025 (GPQA Diamond)</a:t>
            </a:r>
          </a:p>
        </p:txBody>
      </p:sp>
      <p:sp>
        <p:nvSpPr>
          <p:cNvPr id="3" name="Content Placeholder 2"/>
          <p:cNvSpPr>
            <a:spLocks noGrp="1"/>
          </p:cNvSpPr>
          <p:nvPr>
            <p:ph idx="1"/>
          </p:nvPr>
        </p:nvSpPr>
        <p:spPr>
          <a:xfrm>
            <a:off x="1051560" y="4794504"/>
            <a:ext cx="10591800" cy="1560576"/>
          </a:xfrm>
        </p:spPr>
        <p:txBody>
          <a:bodyPr>
            <a:normAutofit lnSpcReduction="10000"/>
          </a:bodyPr>
          <a:lstStyle/>
          <a:p>
            <a:r>
              <a:t>Today's reasoning models already work through the problem before answering, so "think step by step" barely helps and can make results worse</a:t>
            </a:r>
          </a:p>
          <a:p>
            <a:r>
              <a:rPr lang="en-US"/>
              <a:t>Still useful: ask the model to show its plan or its </a:t>
            </a:r>
            <a:r>
              <a:rPr lang="en-US" b="1"/>
              <a:t>assumptions</a:t>
            </a:r>
            <a:r>
              <a:rPr lang="en-US"/>
              <a:t>, so you can check them</a:t>
            </a:r>
          </a:p>
        </p:txBody>
      </p:sp>
    </p:spTree>
    <p:extLst>
      <p:ext uri="{BB962C8B-B14F-4D97-AF65-F5344CB8AC3E}">
        <p14:creationId xmlns:p14="http://schemas.microsoft.com/office/powerpoint/2010/main" val="1447924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Predict: which technique?</a:t>
            </a:r>
          </a:p>
        </p:txBody>
      </p:sp>
      <p:sp>
        <p:nvSpPr>
          <p:cNvPr id="3" name="Content Placeholder 2"/>
          <p:cNvSpPr>
            <a:spLocks noGrp="1"/>
          </p:cNvSpPr>
          <p:nvPr>
            <p:ph idx="1"/>
          </p:nvPr>
        </p:nvSpPr>
        <p:spPr>
          <a:xfrm>
            <a:off x="1051560" y="1508760"/>
            <a:ext cx="10591800" cy="4846320"/>
          </a:xfrm>
        </p:spPr>
        <p:txBody>
          <a:bodyPr>
            <a:normAutofit/>
          </a:bodyPr>
          <a:lstStyle/>
          <a:p>
            <a:pPr marL="0" indent="0">
              <a:buNone/>
            </a:pPr>
            <a:r>
              <a:t>You need a report as CSV: fixed header, fixed column order, no commentary. The model keeps adding a sentence of explanation above the data.</a:t>
            </a:r>
          </a:p>
          <a:p>
            <a:r>
              <a:t>Persona: "you are a data engineer"</a:t>
            </a:r>
          </a:p>
          <a:p>
            <a:r>
              <a:t>Chain-of-thought: "think step by step about the format"</a:t>
            </a:r>
          </a:p>
          <a:p>
            <a:r>
              <a:t>Few-shot: two complete examples of the exact output</a:t>
            </a:r>
          </a:p>
          <a:p>
            <a:r>
              <a:t>A longer, firmer description: "no commentary, I mean it"</a:t>
            </a:r>
          </a:p>
        </p:txBody>
      </p:sp>
    </p:spTree>
    <p:extLst>
      <p:ext uri="{BB962C8B-B14F-4D97-AF65-F5344CB8AC3E}">
        <p14:creationId xmlns:p14="http://schemas.microsoft.com/office/powerpoint/2010/main" val="2118003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Few-shot, shown</a:t>
            </a:r>
          </a:p>
        </p:txBody>
      </p:sp>
      <p:sp>
        <p:nvSpPr>
          <p:cNvPr id="4" name="Prompt 4" descr="Prompt, good"/>
          <p:cNvSpPr/>
          <p:nvPr/>
        </p:nvSpPr>
        <p:spPr>
          <a:xfrm>
            <a:off x="1143000" y="1508760"/>
            <a:ext cx="10408920" cy="1413256"/>
          </a:xfrm>
          <a:prstGeom prst="roundRect">
            <a:avLst>
              <a:gd name="adj" fmla="val 4529"/>
            </a:avLst>
          </a:prstGeom>
          <a:solidFill>
            <a:schemeClr val="accent3">
              <a:lumMod val="10000"/>
              <a:lumOff val="90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3"/>
                </a:solidFill>
                <a:latin typeface="Consolas"/>
              </a:rPr>
              <a:t>PROMPT</a:t>
            </a:r>
          </a:p>
          <a:p>
            <a:pPr algn="l">
              <a:lnSpc>
                <a:spcPct val="100000"/>
              </a:lnSpc>
            </a:pPr>
            <a:r>
              <a:rPr sz="1600">
                <a:solidFill>
                  <a:schemeClr val="tx1"/>
                </a:solidFill>
                <a:latin typeface="Consolas"/>
              </a:rPr>
              <a:t>One CSV line per bug report. Header: severity,component,summary.</a:t>
            </a:r>
          </a:p>
          <a:p>
            <a:pPr algn="l">
              <a:lnSpc>
                <a:spcPct val="100000"/>
              </a:lnSpc>
            </a:pPr>
            <a:r>
              <a:rPr sz="1600">
                <a:solidFill>
                  <a:schemeClr val="tx1"/>
                </a:solidFill>
                <a:latin typeface="Consolas"/>
              </a:rPr>
              <a:t>"Login 500 when the password has an emoji" → high,auth,500 on emoji password</a:t>
            </a:r>
          </a:p>
          <a:p>
            <a:pPr algn="l">
              <a:lnSpc>
                <a:spcPct val="100000"/>
              </a:lnSpc>
            </a:pPr>
            <a:r>
              <a:rPr sz="1600">
                <a:solidFill>
                  <a:schemeClr val="tx1"/>
                </a:solidFill>
                <a:latin typeface="Consolas"/>
              </a:rPr>
              <a:t>"Typo on the about page, and in the footer" → low,web,"typo on about page, footer"</a:t>
            </a:r>
          </a:p>
          <a:p>
            <a:pPr algn="l">
              <a:lnSpc>
                <a:spcPct val="100000"/>
              </a:lnSpc>
            </a:pPr>
            <a:r>
              <a:rPr sz="1600">
                <a:solidFill>
                  <a:schemeClr val="tx1"/>
                </a:solidFill>
                <a:latin typeface="Consolas"/>
              </a:rPr>
              <a:t>Now: "Checkout total wrong when a coupon is applied twice"</a:t>
            </a:r>
          </a:p>
        </p:txBody>
      </p:sp>
      <p:sp>
        <p:nvSpPr>
          <p:cNvPr id="5" name="Reply 5" descr="Reply"/>
          <p:cNvSpPr/>
          <p:nvPr/>
        </p:nvSpPr>
        <p:spPr>
          <a:xfrm>
            <a:off x="1143000" y="3104896"/>
            <a:ext cx="10408920" cy="681736"/>
          </a:xfrm>
          <a:prstGeom prst="roundRect">
            <a:avLst>
              <a:gd name="adj" fmla="val 9388"/>
            </a:avLst>
          </a:prstGeom>
          <a:solidFill>
            <a:schemeClr val="bg2"/>
          </a:solidFill>
          <a:ln w="15875">
            <a:solidFill>
              <a:schemeClr val="tx2"/>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tx2"/>
                </a:solidFill>
                <a:latin typeface="Consolas"/>
              </a:rPr>
              <a:t>REPLY</a:t>
            </a:r>
          </a:p>
          <a:p>
            <a:pPr algn="l">
              <a:lnSpc>
                <a:spcPct val="100000"/>
              </a:lnSpc>
            </a:pPr>
            <a:r>
              <a:rPr sz="1600">
                <a:solidFill>
                  <a:schemeClr val="tx1"/>
                </a:solidFill>
              </a:rPr>
              <a:t>high,checkout,coupon applied twice miscounts total</a:t>
            </a:r>
          </a:p>
        </p:txBody>
      </p:sp>
      <p:sp>
        <p:nvSpPr>
          <p:cNvPr id="3" name="Content Placeholder 2"/>
          <p:cNvSpPr>
            <a:spLocks noGrp="1"/>
          </p:cNvSpPr>
          <p:nvPr>
            <p:ph idx="1"/>
          </p:nvPr>
        </p:nvSpPr>
        <p:spPr>
          <a:xfrm>
            <a:off x="1051560" y="3969512"/>
            <a:ext cx="10591800" cy="1905000"/>
          </a:xfrm>
        </p:spPr>
        <p:txBody>
          <a:bodyPr>
            <a:normAutofit/>
          </a:bodyPr>
          <a:lstStyle/>
          <a:p>
            <a:r>
              <a:rPr lang="en-US"/>
              <a:t>The two examples differ on the tricky case: the second has a comma inside a value, and shows it wrapped in quotes</a:t>
            </a:r>
          </a:p>
          <a:p>
            <a:r>
              <a:rPr lang="en-US"/>
              <a:t>A persona or "think step by step" would not fix this: neither shows the exact </a:t>
            </a:r>
            <a:r>
              <a:rPr b="1"/>
              <a:t>format</a:t>
            </a:r>
            <a:r>
              <a:rPr lang="en-US"/>
              <a:t>. Examples do</a:t>
            </a:r>
          </a:p>
          <a:p>
            <a:pPr marL="0" indent="0">
              <a:buNone/>
            </a:pPr>
            <a:r>
              <a:rPr sz="1400" b="1">
                <a:solidFill>
                  <a:schemeClr val="accent2"/>
                </a:solidFill>
                <a:latin typeface="Consolas"/>
              </a:rPr>
              <a:t>//</a:t>
            </a:r>
            <a:r>
              <a:rPr sz="1400">
                <a:solidFill>
                  <a:schemeClr val="tx2"/>
                </a:solidFill>
                <a:latin typeface="Consolas"/>
              </a:rPr>
              <a:t> if code will read the output, use the API's structured-output option (a JSON schema) instead</a:t>
            </a:r>
          </a:p>
        </p:txBody>
      </p:sp>
    </p:spTree>
    <p:extLst>
      <p:ext uri="{BB962C8B-B14F-4D97-AF65-F5344CB8AC3E}">
        <p14:creationId xmlns:p14="http://schemas.microsoft.com/office/powerpoint/2010/main" val="227628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Why what the model can see now matters more than wording</a:t>
            </a:r>
          </a:p>
        </p:txBody>
      </p:sp>
      <p:sp>
        <p:nvSpPr>
          <p:cNvPr id="3" name="Text Placeholder 2"/>
          <p:cNvSpPr>
            <a:spLocks noGrp="1"/>
          </p:cNvSpPr>
          <p:nvPr>
            <p:ph type="body" idx="1"/>
          </p:nvPr>
        </p:nvSpPr>
        <p:spPr/>
        <p:txBody>
          <a:bodyPr/>
          <a:lstStyle/>
          <a:p>
            <a:r>
              <a:rPr lang="en-US" sz="1600" b="1" dirty="0">
                <a:solidFill>
                  <a:schemeClr val="accent2"/>
                </a:solidFill>
                <a:latin typeface="Consolas"/>
              </a:rPr>
              <a:t>//</a:t>
            </a:r>
            <a:r>
              <a:rPr lang="en-US" sz="1600" dirty="0">
                <a:solidFill>
                  <a:schemeClr val="tx2"/>
                </a:solidFill>
                <a:latin typeface="Consolas"/>
              </a:rPr>
              <a:t> part 1 · section 3 of 3</a:t>
            </a:r>
          </a:p>
          <a:p>
            <a:pPr>
              <a:spcBef>
                <a:spcPts val="600"/>
              </a:spcBef>
            </a:pPr>
            <a:r>
              <a:rPr lang="en-US" dirty="0"/>
              <a:t>When rewording stops helping, the model is usually missing information</a:t>
            </a:r>
          </a:p>
        </p:txBody>
      </p:sp>
    </p:spTree>
    <p:extLst>
      <p:ext uri="{BB962C8B-B14F-4D97-AF65-F5344CB8AC3E}">
        <p14:creationId xmlns:p14="http://schemas.microsoft.com/office/powerpoint/2010/main" val="16963467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Wording matters less than it did. Missing information matters most</a:t>
            </a:r>
          </a:p>
        </p:txBody>
      </p:sp>
      <p:sp>
        <p:nvSpPr>
          <p:cNvPr id="4" name="Callout 4" descr="Callout"/>
          <p:cNvSpPr/>
          <p:nvPr/>
        </p:nvSpPr>
        <p:spPr>
          <a:xfrm>
            <a:off x="1143000" y="3962400"/>
            <a:ext cx="10408920" cy="1270000"/>
          </a:xfrm>
          <a:prstGeom prst="roundRect">
            <a:avLst>
              <a:gd name="adj" fmla="val 11538"/>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lang="en-US" sz="2200" dirty="0">
                <a:solidFill>
                  <a:schemeClr val="tx1"/>
                </a:solidFill>
              </a:rPr>
              <a:t>What no wording can do: </a:t>
            </a:r>
            <a:r>
              <a:rPr lang="en-US" sz="2200" b="1" dirty="0">
                <a:solidFill>
                  <a:schemeClr val="tx1"/>
                </a:solidFill>
              </a:rPr>
              <a:t>give the model a fact it was never shown</a:t>
            </a:r>
          </a:p>
          <a:p>
            <a:pPr algn="l">
              <a:spcBef>
                <a:spcPts val="600"/>
              </a:spcBef>
            </a:pPr>
            <a:r>
              <a:rPr lang="en-US" sz="1800" dirty="0">
                <a:solidFill>
                  <a:schemeClr val="tx1"/>
                </a:solidFill>
              </a:rPr>
              <a:t>e.g. no rewording of “fix it” tells the model your data uses the key price, not unit_price</a:t>
            </a:r>
          </a:p>
        </p:txBody>
      </p:sp>
      <p:sp>
        <p:nvSpPr>
          <p:cNvPr id="20" name="Then card"/>
          <p:cNvSpPr/>
          <p:nvPr/>
        </p:nvSpPr>
        <p:spPr>
          <a:xfrm>
            <a:off x="1143000" y="1549400"/>
            <a:ext cx="5080000" cy="2159000"/>
          </a:xfrm>
          <a:prstGeom prst="roundRect">
            <a:avLst>
              <a:gd name="adj" fmla="val 7000"/>
            </a:avLst>
          </a:prstGeom>
          <a:solidFill>
            <a:schemeClr val="bg1"/>
          </a:solidFill>
          <a:ln w="19050">
            <a:solidFill>
              <a:schemeClr val="tx2"/>
            </a:solidFill>
            <a:prstDash val="dash"/>
          </a:ln>
        </p:spPr>
        <p:txBody>
          <a:bodyPr wrap="square" lIns="203200" tIns="152400" rIns="203200" bIns="152400" anchor="t">
            <a:noAutofit/>
          </a:bodyPr>
          <a:lstStyle/>
          <a:p>
            <a:pPr algn="l"/>
            <a:r>
              <a:rPr lang="en-US" sz="1400" b="1" dirty="0">
                <a:solidFill>
                  <a:schemeClr val="tx2"/>
                </a:solidFill>
                <a:latin typeface="Consolas"/>
              </a:rPr>
              <a:t>THEN · 2023</a:t>
            </a:r>
          </a:p>
          <a:p>
            <a:pPr algn="l">
              <a:spcBef>
                <a:spcPts val="300"/>
              </a:spcBef>
            </a:pPr>
            <a:r>
              <a:rPr lang="en-US" sz="2000" b="1" dirty="0">
                <a:solidFill>
                  <a:schemeClr val="tx1"/>
                </a:solidFill>
              </a:rPr>
              <a:t>Tiny wording changes swung the results</a:t>
            </a:r>
          </a:p>
          <a:p>
            <a:pPr algn="l">
              <a:spcBef>
                <a:spcPts val="500"/>
              </a:spcBef>
            </a:pPr>
            <a:r>
              <a:rPr lang="en-US" sz="1600" dirty="0">
                <a:solidFill>
                  <a:schemeClr val="tx1"/>
                </a:solidFill>
              </a:rPr>
              <a:t>Swapping a colon, a newline or capital letters moved one model's score by up to </a:t>
            </a:r>
            <a:r>
              <a:rPr lang="en-US" sz="1600" b="1" dirty="0">
                <a:solidFill>
                  <a:schemeClr val="tx1"/>
                </a:solidFill>
              </a:rPr>
              <a:t>76 points out of 100</a:t>
            </a:r>
          </a:p>
          <a:p>
            <a:pPr algn="l">
              <a:spcBef>
                <a:spcPts val="500"/>
              </a:spcBef>
            </a:pPr>
            <a:r>
              <a:rPr lang="en-US" sz="1600" dirty="0">
                <a:solidFill>
                  <a:schemeClr val="tx2"/>
                </a:solidFill>
              </a:rPr>
              <a:t>So people hunted for magic phrasings</a:t>
            </a:r>
          </a:p>
        </p:txBody>
      </p:sp>
      <p:sp>
        <p:nvSpPr>
          <p:cNvPr id="21" name="Now card"/>
          <p:cNvSpPr/>
          <p:nvPr/>
        </p:nvSpPr>
        <p:spPr>
          <a:xfrm>
            <a:off x="6477000" y="1549400"/>
            <a:ext cx="5080000" cy="2159000"/>
          </a:xfrm>
          <a:prstGeom prst="roundRect">
            <a:avLst>
              <a:gd name="adj" fmla="val 7000"/>
            </a:avLst>
          </a:prstGeom>
          <a:solidFill>
            <a:schemeClr val="bg1"/>
          </a:solidFill>
          <a:ln w="19050">
            <a:solidFill>
              <a:schemeClr val="accent1"/>
            </a:solidFill>
          </a:ln>
        </p:spPr>
        <p:txBody>
          <a:bodyPr wrap="square" lIns="203200" tIns="152400" rIns="203200" bIns="152400" anchor="t">
            <a:noAutofit/>
          </a:bodyPr>
          <a:lstStyle/>
          <a:p>
            <a:pPr algn="l"/>
            <a:r>
              <a:rPr lang="en-US" sz="1400" b="1" dirty="0">
                <a:solidFill>
                  <a:schemeClr val="accent1"/>
                </a:solidFill>
                <a:latin typeface="Consolas"/>
              </a:rPr>
              <a:t>NOW</a:t>
            </a:r>
          </a:p>
          <a:p>
            <a:pPr algn="l">
              <a:spcBef>
                <a:spcPts val="300"/>
              </a:spcBef>
            </a:pPr>
            <a:r>
              <a:rPr lang="en-US" sz="2000" b="1" dirty="0">
                <a:solidFill>
                  <a:schemeClr val="tx1"/>
                </a:solidFill>
              </a:rPr>
              <a:t>Models understand sloppy requests</a:t>
            </a:r>
          </a:p>
          <a:p>
            <a:pPr algn="l">
              <a:spcBef>
                <a:spcPts val="500"/>
              </a:spcBef>
            </a:pPr>
            <a:r>
              <a:rPr lang="en-US" sz="1600" dirty="0">
                <a:solidFill>
                  <a:schemeClr val="tx1"/>
                </a:solidFill>
              </a:rPr>
              <a:t>Rewording the same request </a:t>
            </a:r>
            <a:r>
              <a:rPr lang="en-US" sz="1600" b="1" dirty="0">
                <a:solidFill>
                  <a:schemeClr val="tx1"/>
                </a:solidFill>
              </a:rPr>
              <a:t>changes little</a:t>
            </a:r>
          </a:p>
          <a:p>
            <a:pPr algn="l">
              <a:spcBef>
                <a:spcPts val="500"/>
              </a:spcBef>
            </a:pPr>
            <a:r>
              <a:rPr lang="en-US" sz="1600" dirty="0">
                <a:solidFill>
                  <a:schemeClr val="tx2"/>
                </a:solidFill>
              </a:rPr>
              <a:t>Polishing the wording is no longer where the gains are</a:t>
            </a:r>
          </a:p>
        </p:txBody>
      </p:sp>
      <p:sp>
        <p:nvSpPr>
          <p:cNvPr id="22" name="Bottom line"/>
          <p:cNvSpPr txBox="1"/>
          <p:nvPr/>
        </p:nvSpPr>
        <p:spPr>
          <a:xfrm>
            <a:off x="1143000" y="5486400"/>
            <a:ext cx="10414000" cy="508000"/>
          </a:xfrm>
          <a:prstGeom prst="rect">
            <a:avLst/>
          </a:prstGeom>
          <a:noFill/>
        </p:spPr>
        <p:txBody>
          <a:bodyPr wrap="square" lIns="0" tIns="0" rIns="0" bIns="0" anchor="t">
            <a:noAutofit/>
          </a:bodyPr>
          <a:lstStyle/>
          <a:p>
            <a:pPr algn="l"/>
            <a:r>
              <a:rPr lang="en-US" sz="2000" dirty="0">
                <a:solidFill>
                  <a:schemeClr val="tx1"/>
                </a:solidFill>
              </a:rPr>
              <a:t>So when an answer is wrong, first ask: </a:t>
            </a:r>
            <a:r>
              <a:rPr lang="en-US" sz="2000" b="1" dirty="0">
                <a:solidFill>
                  <a:schemeClr val="accent1"/>
                </a:solidFill>
              </a:rPr>
              <a:t>what does the model not know?</a:t>
            </a:r>
          </a:p>
        </p:txBody>
      </p:sp>
    </p:spTree>
    <p:extLst>
      <p:ext uri="{BB962C8B-B14F-4D97-AF65-F5344CB8AC3E}">
        <p14:creationId xmlns:p14="http://schemas.microsoft.com/office/powerpoint/2010/main" val="26672706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Context engineering</a:t>
            </a:r>
          </a:p>
        </p:txBody>
      </p:sp>
      <p:graphicFrame>
        <p:nvGraphicFramePr>
          <p:cNvPr id="4" name="Table 4"/>
          <p:cNvGraphicFramePr>
            <a:graphicFrameLocks noGrp="1"/>
          </p:cNvGraphicFramePr>
          <p:nvPr>
            <p:extLst>
              <p:ext uri="{D42A27DB-BD31-4B8C-83A1-F6EECF244321}">
                <p14:modId xmlns:p14="http://schemas.microsoft.com/office/powerpoint/2010/main" val="34814644"/>
              </p:ext>
            </p:extLst>
          </p:nvPr>
        </p:nvGraphicFramePr>
        <p:xfrm>
          <a:off x="1143000" y="2489200"/>
          <a:ext cx="10414000" cy="2042160"/>
        </p:xfrm>
        <a:graphic>
          <a:graphicData uri="http://schemas.openxmlformats.org/drawingml/2006/table">
            <a:tbl>
              <a:tblPr>
                <a:tableStyleId>{2D5ABB26-0587-4C30-8999-92F81FD0307C}</a:tableStyleId>
              </a:tblPr>
              <a:tblGrid>
                <a:gridCol w="2032000">
                  <a:extLst>
                    <a:ext uri="{9D8B030D-6E8A-4147-A177-3AD203B41FA5}">
                      <a16:colId xmlns:a16="http://schemas.microsoft.com/office/drawing/2014/main" val="20000"/>
                    </a:ext>
                  </a:extLst>
                </a:gridCol>
                <a:gridCol w="3683000">
                  <a:extLst>
                    <a:ext uri="{9D8B030D-6E8A-4147-A177-3AD203B41FA5}">
                      <a16:colId xmlns:a16="http://schemas.microsoft.com/office/drawing/2014/main" val="20001"/>
                    </a:ext>
                  </a:extLst>
                </a:gridCol>
                <a:gridCol w="4699000">
                  <a:extLst>
                    <a:ext uri="{9D8B030D-6E8A-4147-A177-3AD203B41FA5}">
                      <a16:colId xmlns:a16="http://schemas.microsoft.com/office/drawing/2014/main" val="20002"/>
                    </a:ext>
                  </a:extLst>
                </a:gridCol>
              </a:tblGrid>
              <a:tr h="368805">
                <a:tc>
                  <a:txBody>
                    <a:bodyPr/>
                    <a:lstStyle/>
                    <a:p>
                      <a:endParaRPr/>
                    </a:p>
                  </a:txBody>
                  <a:tcPr marL="73152" marR="73152" marT="54864" marB="54864">
                    <a:lnB w="19050">
                      <a:solidFill>
                        <a:schemeClr val="tx1"/>
                      </a:solidFill>
                    </a:lnB>
                    <a:noFill/>
                  </a:tcPr>
                </a:tc>
                <a:tc>
                  <a:txBody>
                    <a:bodyPr/>
                    <a:lstStyle/>
                    <a:p>
                      <a:r>
                        <a:rPr sz="1700" b="1">
                          <a:solidFill>
                            <a:schemeClr val="accent1"/>
                          </a:solidFill>
                          <a:latin typeface="Consolas"/>
                        </a:rPr>
                        <a:t>Prompt engineering</a:t>
                      </a:r>
                    </a:p>
                  </a:txBody>
                  <a:tcPr marL="73152" marR="73152" marT="54864" marB="54864">
                    <a:lnB w="19050">
                      <a:solidFill>
                        <a:schemeClr val="tx1"/>
                      </a:solidFill>
                    </a:lnB>
                    <a:noFill/>
                  </a:tcPr>
                </a:tc>
                <a:tc>
                  <a:txBody>
                    <a:bodyPr/>
                    <a:lstStyle/>
                    <a:p>
                      <a:r>
                        <a:rPr sz="1700" b="1">
                          <a:solidFill>
                            <a:schemeClr val="accent1"/>
                          </a:solidFill>
                          <a:latin typeface="Consolas"/>
                        </a:rPr>
                        <a:t>Context engineering</a:t>
                      </a:r>
                    </a:p>
                  </a:txBody>
                  <a:tcPr marL="73152" marR="73152" marT="54864" marB="54864">
                    <a:lnB w="19050">
                      <a:solidFill>
                        <a:schemeClr val="tx1"/>
                      </a:solidFill>
                    </a:lnB>
                    <a:noFill/>
                  </a:tcPr>
                </a:tc>
                <a:extLst>
                  <a:ext uri="{0D108BD9-81ED-4DB2-BD59-A6C34878D82A}">
                    <a16:rowId xmlns:a16="http://schemas.microsoft.com/office/drawing/2014/main" val="10000"/>
                  </a:ext>
                </a:extLst>
              </a:tr>
              <a:tr h="414528">
                <a:tc>
                  <a:txBody>
                    <a:bodyPr/>
                    <a:lstStyle/>
                    <a:p>
                      <a:r>
                        <a:rPr sz="2000">
                          <a:solidFill>
                            <a:schemeClr val="tx1"/>
                          </a:solidFill>
                        </a:rPr>
                        <a:t>You ask</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How do I phrase this?</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What does the model need to see?</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1"/>
                  </a:ext>
                </a:extLst>
              </a:tr>
              <a:tr h="414528">
                <a:tc>
                  <a:txBody>
                    <a:bodyPr/>
                    <a:lstStyle/>
                    <a:p>
                      <a:r>
                        <a:rPr sz="2000">
                          <a:solidFill>
                            <a:schemeClr val="tx1"/>
                          </a:solidFill>
                        </a:rPr>
                        <a:t>You work on</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Wording, structure, examples</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Files, errors, examples, history</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2"/>
                  </a:ext>
                </a:extLst>
              </a:tr>
              <a:tr h="414528">
                <a:tc>
                  <a:txBody>
                    <a:bodyPr/>
                    <a:lstStyle/>
                    <a:p>
                      <a:r>
                        <a:rPr sz="2000">
                          <a:solidFill>
                            <a:schemeClr val="tx1"/>
                          </a:solidFill>
                        </a:rPr>
                        <a:t>Fails when</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The request is ambiguous</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The model lacks a fact it can't guess</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3"/>
                  </a:ext>
                </a:extLst>
              </a:tr>
              <a:tr h="414528">
                <a:tc>
                  <a:txBody>
                    <a:bodyPr/>
                    <a:lstStyle/>
                    <a:p>
                      <a:r>
                        <a:rPr sz="2000">
                          <a:solidFill>
                            <a:schemeClr val="tx1"/>
                          </a:solidFill>
                        </a:rPr>
                        <a:t>Covers</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One message</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Everything in the window, every turn</a:t>
                      </a:r>
                    </a:p>
                  </a:txBody>
                  <a:tcPr marL="73152" marR="73152" marT="54864" marB="54864">
                    <a:lnT w="9525" cap="flat" cmpd="sng" algn="ctr">
                      <a:solidFill>
                        <a:srgbClr val="DED8C9"/>
                      </a:solidFill>
                      <a:prstDash val="solid"/>
                      <a:round/>
                      <a:headEnd type="none" w="med" len="med"/>
                      <a:tailEnd type="none" w="med" len="med"/>
                    </a:lnT>
                    <a:noFill/>
                  </a:tcPr>
                </a:tc>
                <a:extLst>
                  <a:ext uri="{0D108BD9-81ED-4DB2-BD59-A6C34878D82A}">
                    <a16:rowId xmlns:a16="http://schemas.microsoft.com/office/drawing/2014/main" val="10004"/>
                  </a:ext>
                </a:extLst>
              </a:tr>
            </a:tbl>
          </a:graphicData>
        </a:graphic>
      </p:graphicFrame>
      <p:sp>
        <p:nvSpPr>
          <p:cNvPr id="3" name="Content Placeholder 2"/>
          <p:cNvSpPr>
            <a:spLocks noGrp="1"/>
          </p:cNvSpPr>
          <p:nvPr>
            <p:ph idx="1"/>
          </p:nvPr>
        </p:nvSpPr>
        <p:spPr>
          <a:xfrm>
            <a:off x="1051560" y="4734560"/>
            <a:ext cx="10591800" cy="1524000"/>
          </a:xfrm>
        </p:spPr>
        <p:txBody>
          <a:bodyPr>
            <a:normAutofit/>
          </a:bodyPr>
          <a:lstStyle/>
          <a:p>
            <a:r>
              <a:rPr lang="en-US" dirty="0"/>
              <a:t>Prompt engineering is part of it: your request is </a:t>
            </a:r>
            <a:r>
              <a:rPr lang="en-US" b="1" dirty="0"/>
              <a:t>one item</a:t>
            </a:r>
            <a:r>
              <a:rPr lang="en-US" dirty="0"/>
              <a:t> in the window</a:t>
            </a:r>
          </a:p>
          <a:p>
            <a:r>
              <a:rPr lang="en-US" dirty="0"/>
              <a:t>The goal is not more context but the </a:t>
            </a:r>
            <a:r>
              <a:rPr lang="en-US" b="1" dirty="0"/>
              <a:t>right</a:t>
            </a:r>
            <a:r>
              <a:rPr lang="en-US" dirty="0"/>
              <a:t> context: only what this task needs</a:t>
            </a:r>
          </a:p>
          <a:p>
            <a:pPr marL="0" indent="0">
              <a:buNone/>
            </a:pPr>
            <a:r>
              <a:rPr lang="en-US" sz="1400" b="1" dirty="0">
                <a:solidFill>
                  <a:schemeClr val="accent2"/>
                </a:solidFill>
                <a:latin typeface="Consolas"/>
              </a:rPr>
              <a:t>//</a:t>
            </a:r>
            <a:r>
              <a:rPr lang="en-US" sz="1400" dirty="0">
                <a:solidFill>
                  <a:schemeClr val="tx2"/>
                </a:solidFill>
                <a:latin typeface="Consolas"/>
              </a:rPr>
              <a:t> Anthropic: "the smallest possible set of high-signal tokens" for the task</a:t>
            </a:r>
          </a:p>
        </p:txBody>
      </p:sp>
      <p:sp>
        <p:nvSpPr>
          <p:cNvPr id="20" name="Definition"/>
          <p:cNvSpPr/>
          <p:nvPr/>
        </p:nvSpPr>
        <p:spPr>
          <a:xfrm>
            <a:off x="1143000" y="1498600"/>
            <a:ext cx="10414000" cy="812800"/>
          </a:xfrm>
          <a:prstGeom prst="roundRect">
            <a:avLst>
              <a:gd name="adj" fmla="val 10000"/>
            </a:avLst>
          </a:prstGeom>
          <a:solidFill>
            <a:schemeClr val="accent2">
              <a:lumMod val="20000"/>
              <a:lumOff val="80000"/>
            </a:schemeClr>
          </a:solidFill>
          <a:ln>
            <a:noFill/>
          </a:ln>
        </p:spPr>
        <p:txBody>
          <a:bodyPr wrap="square" lIns="177800" tIns="76200" rIns="177800" bIns="76200" anchor="ctr">
            <a:noAutofit/>
          </a:bodyPr>
          <a:lstStyle/>
          <a:p>
            <a:pPr algn="l"/>
            <a:r>
              <a:rPr lang="en-US" sz="2000" dirty="0">
                <a:solidFill>
                  <a:schemeClr val="tx1"/>
                </a:solidFill>
              </a:rPr>
              <a:t>Context engineering is </a:t>
            </a:r>
            <a:r>
              <a:rPr lang="en-US" sz="2000" b="1" dirty="0">
                <a:solidFill>
                  <a:schemeClr val="tx1"/>
                </a:solidFill>
              </a:rPr>
              <a:t>choosing what the model gets to see</a:t>
            </a:r>
            <a:r>
              <a:rPr lang="en-US" sz="2000" dirty="0">
                <a:solidFill>
                  <a:schemeClr val="tx1"/>
                </a:solidFill>
              </a:rPr>
              <a:t>: which files, errors, examples and past messages go into its window, and which stay out.</a:t>
            </a:r>
          </a:p>
        </p:txBody>
      </p:sp>
    </p:spTree>
    <p:extLst>
      <p:ext uri="{BB962C8B-B14F-4D97-AF65-F5344CB8AC3E}">
        <p14:creationId xmlns:p14="http://schemas.microsoft.com/office/powerpoint/2010/main" val="3241066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Predict: three rewrites, still wrong. Why?</a:t>
            </a:r>
          </a:p>
        </p:txBody>
      </p:sp>
      <p:sp>
        <p:nvSpPr>
          <p:cNvPr id="20" name="Scenario"/>
          <p:cNvSpPr/>
          <p:nvPr/>
        </p:nvSpPr>
        <p:spPr>
          <a:xfrm>
            <a:off x="1143000" y="1600200"/>
            <a:ext cx="10414000" cy="939800"/>
          </a:xfrm>
          <a:prstGeom prst="roundRect">
            <a:avLst>
              <a:gd name="adj" fmla="val 8000"/>
            </a:avLst>
          </a:prstGeom>
          <a:solidFill>
            <a:schemeClr val="bg1"/>
          </a:solidFill>
          <a:ln w="19050">
            <a:solidFill>
              <a:schemeClr val="tx2"/>
            </a:solidFill>
            <a:prstDash val="dash"/>
          </a:ln>
        </p:spPr>
        <p:txBody>
          <a:bodyPr wrap="square" lIns="177800" tIns="127000" rIns="177800" bIns="127000" anchor="ctr">
            <a:noAutofit/>
          </a:bodyPr>
          <a:lstStyle/>
          <a:p>
            <a:pPr algn="l"/>
            <a:r>
              <a:rPr lang="en-US" sz="1400" b="1" dirty="0">
                <a:solidFill>
                  <a:schemeClr val="tx2"/>
                </a:solidFill>
                <a:latin typeface="Consolas"/>
              </a:rPr>
              <a:t>SCENARIO</a:t>
            </a:r>
          </a:p>
          <a:p>
            <a:pPr algn="l">
              <a:spcBef>
                <a:spcPts val="200"/>
              </a:spcBef>
            </a:pPr>
            <a:r>
              <a:rPr lang="en-US" sz="1800" dirty="0">
                <a:solidFill>
                  <a:schemeClr val="tx1"/>
                </a:solidFill>
              </a:rPr>
              <a:t>You asked the model to fix a bug, then rewrote the request three times, each clearer than the last. The answer is still wrong in the same way.</a:t>
            </a:r>
          </a:p>
        </p:txBody>
      </p:sp>
      <p:sp>
        <p:nvSpPr>
          <p:cNvPr id="21" name="Option 1"/>
          <p:cNvSpPr/>
          <p:nvPr/>
        </p:nvSpPr>
        <p:spPr>
          <a:xfrm>
            <a:off x="1143000" y="2768600"/>
            <a:ext cx="2451100" cy="1371600"/>
          </a:xfrm>
          <a:prstGeom prst="roundRect">
            <a:avLst>
              <a:gd name="adj" fmla="val 8000"/>
            </a:avLst>
          </a:prstGeom>
          <a:solidFill>
            <a:schemeClr val="bg1"/>
          </a:solidFill>
          <a:ln w="19050">
            <a:solidFill>
              <a:schemeClr val="accent1"/>
            </a:solidFill>
          </a:ln>
        </p:spPr>
        <p:txBody>
          <a:bodyPr wrap="square" lIns="177800" tIns="127000" rIns="177800" bIns="127000" anchor="t">
            <a:noAutofit/>
          </a:bodyPr>
          <a:lstStyle/>
          <a:p>
            <a:pPr algn="l"/>
            <a:r>
              <a:rPr lang="en-US" sz="2400" b="1" dirty="0">
                <a:solidFill>
                  <a:schemeClr val="accent1"/>
                </a:solidFill>
              </a:rPr>
              <a:t>1</a:t>
            </a:r>
          </a:p>
          <a:p>
            <a:pPr algn="l">
              <a:spcBef>
                <a:spcPts val="300"/>
              </a:spcBef>
            </a:pPr>
            <a:r>
              <a:rPr lang="en-US" sz="1600" dirty="0">
                <a:solidFill>
                  <a:schemeClr val="tx1"/>
                </a:solidFill>
              </a:rPr>
              <a:t>The model is not good enough: switch to a bigger one</a:t>
            </a:r>
          </a:p>
        </p:txBody>
      </p:sp>
      <p:sp>
        <p:nvSpPr>
          <p:cNvPr id="22" name="Option 2"/>
          <p:cNvSpPr/>
          <p:nvPr/>
        </p:nvSpPr>
        <p:spPr>
          <a:xfrm>
            <a:off x="3797300" y="2768600"/>
            <a:ext cx="2451100" cy="1371600"/>
          </a:xfrm>
          <a:prstGeom prst="roundRect">
            <a:avLst>
              <a:gd name="adj" fmla="val 8000"/>
            </a:avLst>
          </a:prstGeom>
          <a:solidFill>
            <a:schemeClr val="bg1"/>
          </a:solidFill>
          <a:ln w="19050">
            <a:solidFill>
              <a:schemeClr val="accent1"/>
            </a:solidFill>
          </a:ln>
        </p:spPr>
        <p:txBody>
          <a:bodyPr wrap="square" lIns="177800" tIns="127000" rIns="177800" bIns="127000" anchor="t">
            <a:noAutofit/>
          </a:bodyPr>
          <a:lstStyle/>
          <a:p>
            <a:pPr algn="l"/>
            <a:r>
              <a:rPr lang="en-US" sz="2400" b="1" dirty="0">
                <a:solidFill>
                  <a:schemeClr val="accent1"/>
                </a:solidFill>
              </a:rPr>
              <a:t>2</a:t>
            </a:r>
          </a:p>
          <a:p>
            <a:pPr algn="l">
              <a:spcBef>
                <a:spcPts val="300"/>
              </a:spcBef>
            </a:pPr>
            <a:r>
              <a:rPr lang="en-US" sz="1600" dirty="0">
                <a:solidFill>
                  <a:schemeClr val="tx1"/>
                </a:solidFill>
              </a:rPr>
              <a:t>Keep rewording until you find the magic phrasing</a:t>
            </a:r>
          </a:p>
        </p:txBody>
      </p:sp>
      <p:sp>
        <p:nvSpPr>
          <p:cNvPr id="23" name="Option 3"/>
          <p:cNvSpPr/>
          <p:nvPr/>
        </p:nvSpPr>
        <p:spPr>
          <a:xfrm>
            <a:off x="6451600" y="2768600"/>
            <a:ext cx="2451100" cy="1371600"/>
          </a:xfrm>
          <a:prstGeom prst="roundRect">
            <a:avLst>
              <a:gd name="adj" fmla="val 8000"/>
            </a:avLst>
          </a:prstGeom>
          <a:solidFill>
            <a:schemeClr val="bg1"/>
          </a:solidFill>
          <a:ln w="19050">
            <a:solidFill>
              <a:schemeClr val="accent1"/>
            </a:solidFill>
          </a:ln>
        </p:spPr>
        <p:txBody>
          <a:bodyPr wrap="square" lIns="177800" tIns="127000" rIns="177800" bIns="127000" anchor="t">
            <a:noAutofit/>
          </a:bodyPr>
          <a:lstStyle/>
          <a:p>
            <a:pPr algn="l"/>
            <a:r>
              <a:rPr lang="en-US" sz="2400" b="1" dirty="0">
                <a:solidFill>
                  <a:schemeClr val="accent1"/>
                </a:solidFill>
              </a:rPr>
              <a:t>3</a:t>
            </a:r>
          </a:p>
          <a:p>
            <a:pPr algn="l">
              <a:spcBef>
                <a:spcPts val="300"/>
              </a:spcBef>
            </a:pPr>
            <a:r>
              <a:rPr lang="en-US" sz="1600" dirty="0">
                <a:solidFill>
                  <a:schemeClr val="tx1"/>
                </a:solidFill>
              </a:rPr>
              <a:t>The model is missing a fact it cannot guess</a:t>
            </a:r>
          </a:p>
        </p:txBody>
      </p:sp>
      <p:sp>
        <p:nvSpPr>
          <p:cNvPr id="24" name="Option 4"/>
          <p:cNvSpPr/>
          <p:nvPr/>
        </p:nvSpPr>
        <p:spPr>
          <a:xfrm>
            <a:off x="9105900" y="2768600"/>
            <a:ext cx="2451100" cy="1371600"/>
          </a:xfrm>
          <a:prstGeom prst="roundRect">
            <a:avLst>
              <a:gd name="adj" fmla="val 8000"/>
            </a:avLst>
          </a:prstGeom>
          <a:solidFill>
            <a:schemeClr val="bg1"/>
          </a:solidFill>
          <a:ln w="19050">
            <a:solidFill>
              <a:schemeClr val="accent1"/>
            </a:solidFill>
          </a:ln>
        </p:spPr>
        <p:txBody>
          <a:bodyPr wrap="square" lIns="177800" tIns="127000" rIns="177800" bIns="127000" anchor="t">
            <a:noAutofit/>
          </a:bodyPr>
          <a:lstStyle/>
          <a:p>
            <a:pPr algn="l"/>
            <a:r>
              <a:rPr lang="en-US" sz="2400" b="1" dirty="0">
                <a:solidFill>
                  <a:schemeClr val="accent1"/>
                </a:solidFill>
              </a:rPr>
              <a:t>4</a:t>
            </a:r>
          </a:p>
          <a:p>
            <a:pPr algn="l">
              <a:spcBef>
                <a:spcPts val="300"/>
              </a:spcBef>
            </a:pPr>
            <a:r>
              <a:rPr lang="en-US" sz="1600" dirty="0">
                <a:solidFill>
                  <a:schemeClr val="tx1"/>
                </a:solidFill>
              </a:rPr>
              <a:t>Turn up the randomness for a different answer</a:t>
            </a:r>
          </a:p>
        </p:txBody>
      </p:sp>
      <p:sp>
        <p:nvSpPr>
          <p:cNvPr id="30" name="Answer"/>
          <p:cNvSpPr/>
          <p:nvPr/>
        </p:nvSpPr>
        <p:spPr>
          <a:xfrm>
            <a:off x="1143000" y="4368800"/>
            <a:ext cx="10414000" cy="1651000"/>
          </a:xfrm>
          <a:prstGeom prst="roundRect">
            <a:avLst>
              <a:gd name="adj" fmla="val 8000"/>
            </a:avLst>
          </a:prstGeom>
          <a:solidFill>
            <a:schemeClr val="accent2">
              <a:lumMod val="20000"/>
              <a:lumOff val="80000"/>
            </a:schemeClr>
          </a:solidFill>
          <a:ln w="19050">
            <a:solidFill>
              <a:schemeClr val="accent2"/>
            </a:solidFill>
          </a:ln>
        </p:spPr>
        <p:txBody>
          <a:bodyPr wrap="square" lIns="177800" tIns="127000" rIns="177800" bIns="127000" anchor="ctr">
            <a:noAutofit/>
          </a:bodyPr>
          <a:lstStyle/>
          <a:p>
            <a:pPr algn="l"/>
            <a:r>
              <a:rPr lang="en-US" sz="2000" b="1" dirty="0">
                <a:solidFill>
                  <a:schemeClr val="accent2"/>
                </a:solidFill>
              </a:rPr>
              <a:t>Answer: 3. </a:t>
            </a:r>
            <a:r>
              <a:rPr lang="en-US" sz="2000" b="1" dirty="0">
                <a:solidFill>
                  <a:schemeClr val="tx1"/>
                </a:solidFill>
              </a:rPr>
              <a:t>The model is missing a fact it cannot guess</a:t>
            </a:r>
          </a:p>
          <a:p>
            <a:pPr algn="l">
              <a:spcBef>
                <a:spcPts val="400"/>
              </a:spcBef>
            </a:pPr>
            <a:r>
              <a:rPr lang="en-US" sz="1600" dirty="0">
                <a:solidFill>
                  <a:schemeClr val="tx1"/>
                </a:solidFill>
              </a:rPr>
              <a:t>If clearer wording changes nothing, wording was not the problem. Rewording adds no new facts, and a bigger model or more randomness has the same gap.</a:t>
            </a:r>
          </a:p>
          <a:p>
            <a:pPr algn="l">
              <a:spcBef>
                <a:spcPts val="300"/>
              </a:spcBef>
            </a:pPr>
            <a:r>
              <a:rPr lang="en-US" sz="1600" b="1" dirty="0">
                <a:solidFill>
                  <a:schemeClr val="tx1"/>
                </a:solidFill>
              </a:rPr>
              <a:t>Fix: give the model what it is missing, e.g. the file, the error message or the failing test.</a:t>
            </a:r>
          </a:p>
        </p:txBody>
      </p:sp>
    </p:spTree>
    <p:extLst>
      <p:ext uri="{BB962C8B-B14F-4D97-AF65-F5344CB8AC3E}">
        <p14:creationId xmlns:p14="http://schemas.microsoft.com/office/powerpoint/2010/main" val="55257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Wrong answer? First ask which kind of problem</a:t>
            </a:r>
          </a:p>
        </p:txBody>
      </p:sp>
      <p:sp>
        <p:nvSpPr>
          <p:cNvPr id="4" name="Callout 4" descr="Callout"/>
          <p:cNvSpPr/>
          <p:nvPr/>
        </p:nvSpPr>
        <p:spPr>
          <a:xfrm>
            <a:off x="1143000" y="1508760"/>
            <a:ext cx="10408920" cy="635000"/>
          </a:xfrm>
          <a:prstGeom prst="roundRect">
            <a:avLst>
              <a:gd name="adj" fmla="val 11538"/>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sz="2200">
                <a:solidFill>
                  <a:schemeClr val="tx1"/>
                </a:solidFill>
              </a:rPr>
              <a:t>Wrong because I </a:t>
            </a:r>
            <a:r>
              <a:rPr sz="2200" b="1">
                <a:solidFill>
                  <a:schemeClr val="tx1"/>
                </a:solidFill>
              </a:rPr>
              <a:t>asked</a:t>
            </a:r>
            <a:r>
              <a:rPr sz="2200">
                <a:solidFill>
                  <a:schemeClr val="tx1"/>
                </a:solidFill>
              </a:rPr>
              <a:t> badly, or because the model doesn't know something?</a:t>
            </a:r>
          </a:p>
        </p:txBody>
      </p:sp>
      <p:sp>
        <p:nvSpPr>
          <p:cNvPr id="20" name="Wording card"/>
          <p:cNvSpPr/>
          <p:nvPr/>
        </p:nvSpPr>
        <p:spPr>
          <a:xfrm>
            <a:off x="1143000" y="2387600"/>
            <a:ext cx="5080000" cy="2540000"/>
          </a:xfrm>
          <a:prstGeom prst="roundRect">
            <a:avLst>
              <a:gd name="adj" fmla="val 6000"/>
            </a:avLst>
          </a:prstGeom>
          <a:solidFill>
            <a:schemeClr val="bg1"/>
          </a:solidFill>
          <a:ln w="19050">
            <a:solidFill>
              <a:schemeClr val="accent1"/>
            </a:solidFill>
          </a:ln>
        </p:spPr>
        <p:txBody>
          <a:bodyPr wrap="square" lIns="203200" tIns="152400" rIns="203200" bIns="152400" anchor="t">
            <a:noAutofit/>
          </a:bodyPr>
          <a:lstStyle/>
          <a:p>
            <a:pPr algn="l"/>
            <a:r>
              <a:rPr lang="en-US" sz="2200" b="1" dirty="0">
                <a:solidFill>
                  <a:schemeClr val="accent1"/>
                </a:solidFill>
              </a:rPr>
              <a:t>You asked badly</a:t>
            </a:r>
          </a:p>
          <a:p>
            <a:pPr algn="l">
              <a:spcBef>
                <a:spcPts val="600"/>
              </a:spcBef>
            </a:pPr>
            <a:r>
              <a:rPr lang="en-US" sz="1400" b="1" dirty="0">
                <a:solidFill>
                  <a:schemeClr val="tx2"/>
                </a:solidFill>
                <a:latin typeface="Consolas"/>
              </a:rPr>
              <a:t>HOW YOU CAN TELL</a:t>
            </a:r>
          </a:p>
          <a:p>
            <a:pPr marL="228600" indent="-228600" algn="l">
              <a:spcBef>
                <a:spcPts val="200"/>
              </a:spcBef>
              <a:buFont typeface="Arial"/>
              <a:buChar char="•"/>
            </a:pPr>
            <a:r>
              <a:rPr lang="en-US" sz="1800" dirty="0">
                <a:solidFill>
                  <a:schemeClr val="tx1"/>
                </a:solidFill>
              </a:rPr>
              <a:t>The model misread what you wanted</a:t>
            </a:r>
          </a:p>
          <a:p>
            <a:pPr marL="228600" indent="-228600" algn="l">
              <a:spcBef>
                <a:spcPts val="200"/>
              </a:spcBef>
              <a:buFont typeface="Arial"/>
              <a:buChar char="•"/>
            </a:pPr>
            <a:r>
              <a:rPr lang="en-US" sz="1800" dirty="0">
                <a:solidFill>
                  <a:schemeClr val="tx1"/>
                </a:solidFill>
              </a:rPr>
              <a:t>Each rewrite gives a different answer</a:t>
            </a:r>
          </a:p>
          <a:p>
            <a:pPr algn="l">
              <a:spcBef>
                <a:spcPts val="800"/>
              </a:spcBef>
            </a:pPr>
            <a:r>
              <a:rPr lang="en-US" sz="1400" b="1" dirty="0">
                <a:solidFill>
                  <a:schemeClr val="tx2"/>
                </a:solidFill>
                <a:latin typeface="Consolas"/>
              </a:rPr>
              <a:t>WHAT TO DO</a:t>
            </a:r>
          </a:p>
          <a:p>
            <a:pPr algn="l">
              <a:spcBef>
                <a:spcPts val="200"/>
              </a:spcBef>
            </a:pPr>
            <a:r>
              <a:rPr lang="en-US" sz="1800" b="1" dirty="0">
                <a:solidFill>
                  <a:schemeClr val="tx1"/>
                </a:solidFill>
              </a:rPr>
              <a:t>Rewrite the prompt: fill the SPEC gaps</a:t>
            </a:r>
          </a:p>
        </p:txBody>
      </p:sp>
      <p:sp>
        <p:nvSpPr>
          <p:cNvPr id="21" name="Knowledge card"/>
          <p:cNvSpPr/>
          <p:nvPr/>
        </p:nvSpPr>
        <p:spPr>
          <a:xfrm>
            <a:off x="6477000" y="2387600"/>
            <a:ext cx="5080000" cy="2540000"/>
          </a:xfrm>
          <a:prstGeom prst="roundRect">
            <a:avLst>
              <a:gd name="adj" fmla="val 6000"/>
            </a:avLst>
          </a:prstGeom>
          <a:solidFill>
            <a:schemeClr val="bg1"/>
          </a:solidFill>
          <a:ln w="19050">
            <a:solidFill>
              <a:schemeClr val="accent2"/>
            </a:solidFill>
          </a:ln>
        </p:spPr>
        <p:txBody>
          <a:bodyPr wrap="square" lIns="203200" tIns="152400" rIns="203200" bIns="152400" anchor="t">
            <a:noAutofit/>
          </a:bodyPr>
          <a:lstStyle/>
          <a:p>
            <a:pPr algn="l"/>
            <a:r>
              <a:rPr lang="en-US" sz="2200" b="1" dirty="0">
                <a:solidFill>
                  <a:schemeClr val="accent2"/>
                </a:solidFill>
              </a:rPr>
              <a:t>The model lacks a fact</a:t>
            </a:r>
          </a:p>
          <a:p>
            <a:pPr algn="l">
              <a:spcBef>
                <a:spcPts val="600"/>
              </a:spcBef>
            </a:pPr>
            <a:r>
              <a:rPr lang="en-US" sz="1400" b="1" dirty="0">
                <a:solidFill>
                  <a:schemeClr val="tx2"/>
                </a:solidFill>
                <a:latin typeface="Consolas"/>
              </a:rPr>
              <a:t>HOW YOU CAN TELL</a:t>
            </a:r>
          </a:p>
          <a:p>
            <a:pPr marL="228600" indent="-228600" algn="l">
              <a:spcBef>
                <a:spcPts val="200"/>
              </a:spcBef>
              <a:buFont typeface="Arial"/>
              <a:buChar char="•"/>
            </a:pPr>
            <a:r>
              <a:rPr lang="en-US" sz="1800" dirty="0">
                <a:solidFill>
                  <a:schemeClr val="tx1"/>
                </a:solidFill>
              </a:rPr>
              <a:t>The same wrong answer every time</a:t>
            </a:r>
          </a:p>
          <a:p>
            <a:pPr marL="228600" indent="-228600" algn="l">
              <a:spcBef>
                <a:spcPts val="200"/>
              </a:spcBef>
              <a:buFont typeface="Arial"/>
              <a:buChar char="•"/>
            </a:pPr>
            <a:r>
              <a:rPr lang="en-US" sz="1800" dirty="0">
                <a:solidFill>
                  <a:schemeClr val="tx1"/>
                </a:solidFill>
              </a:rPr>
              <a:t>The model guesses names, keys or versions</a:t>
            </a:r>
          </a:p>
          <a:p>
            <a:pPr algn="l">
              <a:spcBef>
                <a:spcPts val="800"/>
              </a:spcBef>
            </a:pPr>
            <a:r>
              <a:rPr lang="en-US" sz="1400" b="1" dirty="0">
                <a:solidFill>
                  <a:schemeClr val="tx2"/>
                </a:solidFill>
                <a:latin typeface="Consolas"/>
              </a:rPr>
              <a:t>WHAT TO DO</a:t>
            </a:r>
          </a:p>
          <a:p>
            <a:pPr algn="l">
              <a:spcBef>
                <a:spcPts val="200"/>
              </a:spcBef>
            </a:pPr>
            <a:r>
              <a:rPr lang="en-US" sz="1800" b="1" dirty="0">
                <a:solidFill>
                  <a:schemeClr val="tx1"/>
                </a:solidFill>
              </a:rPr>
              <a:t>Paste in the error, file, schema or failing test</a:t>
            </a:r>
          </a:p>
        </p:txBody>
      </p:sp>
      <p:sp>
        <p:nvSpPr>
          <p:cNvPr id="22" name="Rule of thumb"/>
          <p:cNvSpPr txBox="1"/>
          <p:nvPr/>
        </p:nvSpPr>
        <p:spPr>
          <a:xfrm>
            <a:off x="1143000" y="5207000"/>
            <a:ext cx="10414000" cy="635000"/>
          </a:xfrm>
          <a:prstGeom prst="rect">
            <a:avLst/>
          </a:prstGeom>
          <a:noFill/>
        </p:spPr>
        <p:txBody>
          <a:bodyPr wrap="square" lIns="0" tIns="0" rIns="0" bIns="0">
            <a:noAutofit/>
          </a:bodyPr>
          <a:lstStyle/>
          <a:p>
            <a:pPr algn="l"/>
            <a:r>
              <a:rPr lang="en-US" sz="1800" b="1" dirty="0">
                <a:solidFill>
                  <a:schemeClr val="tx1"/>
                </a:solidFill>
              </a:rPr>
              <a:t>Rule of thumb: </a:t>
            </a:r>
            <a:r>
              <a:rPr lang="en-US" sz="1800" dirty="0">
                <a:solidFill>
                  <a:schemeClr val="tx1"/>
                </a:solidFill>
              </a:rPr>
              <a:t>if you can name the fact the model is missing, paste it in. If not, it's the wording.</a:t>
            </a:r>
          </a:p>
        </p:txBody>
      </p:sp>
    </p:spTree>
    <p:extLst>
      <p:ext uri="{BB962C8B-B14F-4D97-AF65-F5344CB8AC3E}">
        <p14:creationId xmlns:p14="http://schemas.microsoft.com/office/powerpoint/2010/main" val="3385643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Ask the model to ask you questions before it writes code</a:t>
            </a:r>
          </a:p>
        </p:txBody>
      </p:sp>
      <p:sp>
        <p:nvSpPr>
          <p:cNvPr id="4" name="Prompt 4" descr="Prompt, good"/>
          <p:cNvSpPr/>
          <p:nvPr/>
        </p:nvSpPr>
        <p:spPr>
          <a:xfrm>
            <a:off x="1143000" y="1508760"/>
            <a:ext cx="10408920" cy="1443736"/>
          </a:xfrm>
          <a:prstGeom prst="roundRect">
            <a:avLst>
              <a:gd name="adj" fmla="val 4433"/>
            </a:avLst>
          </a:prstGeom>
          <a:solidFill>
            <a:schemeClr val="accent3">
              <a:lumMod val="10000"/>
              <a:lumOff val="90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3"/>
                </a:solidFill>
                <a:latin typeface="Consolas"/>
              </a:rPr>
              <a:t>PROMPT</a:t>
            </a:r>
          </a:p>
          <a:p>
            <a:pPr algn="l">
              <a:lnSpc>
                <a:spcPct val="100000"/>
              </a:lnSpc>
            </a:pPr>
            <a:r>
              <a:rPr sz="2200">
                <a:solidFill>
                  <a:schemeClr val="tx1"/>
                </a:solidFill>
                <a:latin typeface="Consolas"/>
              </a:rPr>
              <a:t>Before writing any code, ask me up to five questions about anything you would otherwise have to guess. Then stop and wait for my answers.</a:t>
            </a:r>
          </a:p>
        </p:txBody>
      </p:sp>
      <p:sp>
        <p:nvSpPr>
          <p:cNvPr id="3" name="Content Placeholder 2"/>
          <p:cNvSpPr>
            <a:spLocks noGrp="1"/>
          </p:cNvSpPr>
          <p:nvPr>
            <p:ph idx="1"/>
          </p:nvPr>
        </p:nvSpPr>
        <p:spPr>
          <a:xfrm>
            <a:off x="1051560" y="3135376"/>
            <a:ext cx="10591800" cy="2540000"/>
          </a:xfrm>
        </p:spPr>
        <p:txBody>
          <a:bodyPr>
            <a:normAutofit lnSpcReduction="10000"/>
          </a:bodyPr>
          <a:lstStyle/>
          <a:p>
            <a:r>
              <a:rPr lang="en-US" dirty="0"/>
              <a:t>Add the line above to your prompt. The model replies with </a:t>
            </a:r>
            <a:r>
              <a:rPr lang="en-US" b="1" dirty="0"/>
              <a:t>questions, not code</a:t>
            </a:r>
          </a:p>
          <a:p>
            <a:r>
              <a:rPr lang="en-US" dirty="0"/>
              <a:t>Each question is a decision your prompt left out, e.g. "day first or month first?"</a:t>
            </a:r>
          </a:p>
          <a:p>
            <a:r>
              <a:rPr lang="en-US" dirty="0"/>
              <a:t>You answer them, so </a:t>
            </a:r>
            <a:r>
              <a:rPr lang="en-US" b="1" dirty="0"/>
              <a:t>you</a:t>
            </a:r>
            <a:r>
              <a:rPr lang="en-US" dirty="0"/>
              <a:t> make those decisions instead of the model guessing</a:t>
            </a:r>
          </a:p>
          <a:p>
            <a:pPr marL="0" indent="0">
              <a:buNone/>
            </a:pPr>
            <a:r>
              <a:rPr sz="1400" b="1">
                <a:solidFill>
                  <a:schemeClr val="accent2"/>
                </a:solidFill>
                <a:latin typeface="Consolas"/>
              </a:rPr>
              <a:t>//</a:t>
            </a:r>
            <a:r>
              <a:rPr sz="1400">
                <a:solidFill>
                  <a:schemeClr val="tx2"/>
                </a:solidFill>
                <a:latin typeface="Consolas"/>
              </a:rPr>
              <a:t> then send your answers back: together with the request, they are a complete SPEC</a:t>
            </a:r>
          </a:p>
        </p:txBody>
      </p:sp>
    </p:spTree>
    <p:extLst>
      <p:ext uri="{BB962C8B-B14F-4D97-AF65-F5344CB8AC3E}">
        <p14:creationId xmlns:p14="http://schemas.microsoft.com/office/powerpoint/2010/main" val="3283716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What prompting cannot fix</a:t>
            </a:r>
          </a:p>
        </p:txBody>
      </p:sp>
      <p:sp>
        <p:nvSpPr>
          <p:cNvPr id="3" name="Content Placeholder 2"/>
          <p:cNvSpPr>
            <a:spLocks noGrp="1"/>
          </p:cNvSpPr>
          <p:nvPr>
            <p:ph idx="1"/>
          </p:nvPr>
        </p:nvSpPr>
        <p:spPr>
          <a:xfrm>
            <a:off x="1051560" y="1508760"/>
            <a:ext cx="10591800" cy="4846320"/>
          </a:xfrm>
        </p:spPr>
        <p:txBody>
          <a:bodyPr>
            <a:normAutofit/>
          </a:bodyPr>
          <a:lstStyle/>
          <a:p>
            <a:r>
              <a:t>The model cannot see your code, tickets or intent unless you, or its tools, put them in front of it</a:t>
            </a:r>
          </a:p>
          <a:p>
            <a:r>
              <a:t>The model has a training cutoff: web search can fill the gap, but only if it searches, and it may find old docs</a:t>
            </a:r>
          </a:p>
          <a:p>
            <a:r>
              <a:t>Exact counting and arithmetic are unreliable, </a:t>
            </a:r>
            <a:r>
              <a:rPr b="1"/>
              <a:t>unless the model runs code</a:t>
            </a:r>
            <a:r>
              <a:t> for them</a:t>
            </a:r>
          </a:p>
          <a:p>
            <a:r>
              <a:rPr lang="en-US"/>
              <a:t>Ask the wrong question and the model will answer it confidently, without telling you it was the wrong question</a:t>
            </a:r>
          </a:p>
          <a:p>
            <a:pPr marL="0" indent="0">
              <a:buNone/>
            </a:pPr>
            <a:r>
              <a:rPr sz="1400" b="1">
                <a:solidFill>
                  <a:schemeClr val="accent2"/>
                </a:solidFill>
                <a:latin typeface="Consolas"/>
              </a:rPr>
              <a:t>//</a:t>
            </a:r>
            <a:r>
              <a:rPr sz="1400">
                <a:solidFill>
                  <a:schemeClr val="tx2"/>
                </a:solidFill>
                <a:latin typeface="Consolas"/>
              </a:rPr>
              <a:t> a good prompt directs what the model can already do; it cannot add knowledge or ability</a:t>
            </a:r>
          </a:p>
        </p:txBody>
      </p:sp>
    </p:spTree>
    <p:extLst>
      <p:ext uri="{BB962C8B-B14F-4D97-AF65-F5344CB8AC3E}">
        <p14:creationId xmlns:p14="http://schemas.microsoft.com/office/powerpoint/2010/main" val="622464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Up next: part 2</a:t>
            </a:r>
          </a:p>
        </p:txBody>
      </p:sp>
      <p:sp>
        <p:nvSpPr>
          <p:cNvPr id="3" name="Text Placeholder 2"/>
          <p:cNvSpPr>
            <a:spLocks noGrp="1"/>
          </p:cNvSpPr>
          <p:nvPr>
            <p:ph type="body" idx="1"/>
          </p:nvPr>
        </p:nvSpPr>
        <p:spPr/>
        <p:txBody>
          <a:bodyPr/>
          <a:lstStyle/>
          <a:p>
            <a:r>
              <a:t>Part 2 answers: when you leave a gap, </a:t>
            </a:r>
            <a:r>
              <a:rPr i="1"/>
              <a:t>how</a:t>
            </a:r>
            <a:r>
              <a:t> does it get filled, and what, exactly, is in front of the model when it answers?</a:t>
            </a:r>
          </a:p>
        </p:txBody>
      </p:sp>
    </p:spTree>
    <p:extLst>
      <p:ext uri="{BB962C8B-B14F-4D97-AF65-F5344CB8AC3E}">
        <p14:creationId xmlns:p14="http://schemas.microsoft.com/office/powerpoint/2010/main" val="15966000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How the model fills in what you didn't say</a:t>
            </a:r>
          </a:p>
        </p:txBody>
      </p:sp>
      <p:sp>
        <p:nvSpPr>
          <p:cNvPr id="3" name="Text Placeholder 2"/>
          <p:cNvSpPr>
            <a:spLocks noGrp="1"/>
          </p:cNvSpPr>
          <p:nvPr>
            <p:ph type="body" idx="1"/>
          </p:nvPr>
        </p:nvSpPr>
        <p:spPr/>
        <p:txBody>
          <a:bodyPr/>
          <a:lstStyle/>
          <a:p>
            <a:r>
              <a:rPr lang="en-US" sz="1600" b="1" dirty="0">
                <a:solidFill>
                  <a:schemeClr val="accent2"/>
                </a:solidFill>
                <a:latin typeface="Consolas"/>
              </a:rPr>
              <a:t>//</a:t>
            </a:r>
            <a:r>
              <a:rPr lang="en-US" sz="1600" dirty="0">
                <a:solidFill>
                  <a:schemeClr val="tx2"/>
                </a:solidFill>
                <a:latin typeface="Consolas"/>
              </a:rPr>
              <a:t> part 2 · section 1 of 4</a:t>
            </a:r>
          </a:p>
          <a:p>
            <a:pPr>
              <a:spcBef>
                <a:spcPts val="600"/>
              </a:spcBef>
            </a:pPr>
            <a:r>
              <a:rPr lang="en-US" dirty="0"/>
              <a:t>Where the model's guesses come from, and what is actually in the window when it answers</a:t>
            </a:r>
          </a:p>
        </p:txBody>
      </p:sp>
    </p:spTree>
    <p:extLst>
      <p:ext uri="{BB962C8B-B14F-4D97-AF65-F5344CB8AC3E}">
        <p14:creationId xmlns:p14="http://schemas.microsoft.com/office/powerpoint/2010/main" val="103475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How a gap gets filled</a:t>
            </a:r>
          </a:p>
        </p:txBody>
      </p:sp>
      <p:grpSp>
        <p:nvGrpSpPr>
          <p:cNvPr id="4" name="Flow diagram"/>
          <p:cNvGrpSpPr/>
          <p:nvPr/>
        </p:nvGrpSpPr>
        <p:grpSpPr>
          <a:xfrm>
            <a:off x="0" y="0"/>
            <a:ext cx="11551920" cy="2929128"/>
            <a:chOff x="0" y="0"/>
            <a:chExt cx="11551920" cy="2929128"/>
          </a:xfrm>
        </p:grpSpPr>
        <p:sp>
          <p:nvSpPr>
            <p:cNvPr id="5" name="Step 1"/>
            <p:cNvSpPr/>
            <p:nvPr/>
          </p:nvSpPr>
          <p:spPr>
            <a:xfrm>
              <a:off x="1143000" y="1508760"/>
              <a:ext cx="2293620" cy="14203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noAutofit/>
            </a:bodyPr>
            <a:lstStyle/>
            <a:p>
              <a:pPr algn="l"/>
              <a:r>
                <a:rPr sz="1400" b="1">
                  <a:solidFill>
                    <a:schemeClr val="accent1"/>
                  </a:solidFill>
                </a:rPr>
                <a:t>01</a:t>
              </a:r>
            </a:p>
            <a:p>
              <a:pPr algn="l"/>
              <a:r>
                <a:rPr sz="2000">
                  <a:solidFill>
                    <a:schemeClr val="tx1"/>
                  </a:solidFill>
                </a:rPr>
                <a:t>The prompt does not say which date order to use</a:t>
              </a:r>
            </a:p>
          </p:txBody>
        </p:sp>
        <p:sp>
          <p:nvSpPr>
            <p:cNvPr id="6" name="Step 2"/>
            <p:cNvSpPr/>
            <p:nvPr/>
          </p:nvSpPr>
          <p:spPr>
            <a:xfrm>
              <a:off x="3848100" y="1508760"/>
              <a:ext cx="2293620" cy="14203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noAutofit/>
            </a:bodyPr>
            <a:lstStyle/>
            <a:p>
              <a:pPr algn="l"/>
              <a:r>
                <a:rPr sz="1400" b="1">
                  <a:solidFill>
                    <a:schemeClr val="accent1"/>
                  </a:solidFill>
                </a:rPr>
                <a:t>02</a:t>
              </a:r>
            </a:p>
            <a:p>
              <a:pPr algn="l"/>
              <a:r>
                <a:rPr sz="2000">
                  <a:solidFill>
                    <a:schemeClr val="tx1"/>
                  </a:solidFill>
                </a:rPr>
                <a:t>Both orders appear often in the model's training data</a:t>
              </a:r>
            </a:p>
          </p:txBody>
        </p:sp>
        <p:sp>
          <p:nvSpPr>
            <p:cNvPr id="7" name="Step 3"/>
            <p:cNvSpPr/>
            <p:nvPr/>
          </p:nvSpPr>
          <p:spPr>
            <a:xfrm>
              <a:off x="6553200" y="1508760"/>
              <a:ext cx="2293620" cy="14203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noAutofit/>
            </a:bodyPr>
            <a:lstStyle/>
            <a:p>
              <a:pPr algn="l"/>
              <a:r>
                <a:rPr sz="1400" b="1">
                  <a:solidFill>
                    <a:schemeClr val="accent1"/>
                  </a:solidFill>
                </a:rPr>
                <a:t>03</a:t>
              </a:r>
            </a:p>
            <a:p>
              <a:pPr algn="l"/>
              <a:r>
                <a:rPr sz="2000">
                  <a:solidFill>
                    <a:schemeClr val="tx1"/>
                  </a:solidFill>
                </a:rPr>
                <a:t>The model picks whichever order it saw more often</a:t>
              </a:r>
            </a:p>
          </p:txBody>
        </p:sp>
        <p:sp>
          <p:nvSpPr>
            <p:cNvPr id="8" name="Step 4"/>
            <p:cNvSpPr/>
            <p:nvPr/>
          </p:nvSpPr>
          <p:spPr>
            <a:xfrm>
              <a:off x="9258300" y="1508760"/>
              <a:ext cx="2293620" cy="1420368"/>
            </a:xfrm>
            <a:prstGeom prst="roundRect">
              <a:avLst/>
            </a:prstGeom>
            <a:solidFill>
              <a:schemeClr val="accent2">
                <a:lumMod val="15000"/>
                <a:lumOff val="85000"/>
              </a:schemeClr>
            </a:solidFill>
            <a:ln w="19050">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noAutofit/>
            </a:bodyPr>
            <a:lstStyle/>
            <a:p>
              <a:pPr algn="l"/>
              <a:r>
                <a:rPr sz="1400" b="1">
                  <a:solidFill>
                    <a:schemeClr val="accent2"/>
                  </a:solidFill>
                </a:rPr>
                <a:t>04</a:t>
              </a:r>
            </a:p>
            <a:p>
              <a:pPr algn="l"/>
              <a:r>
                <a:rPr sz="2000">
                  <a:solidFill>
                    <a:schemeClr val="tx1"/>
                  </a:solidFill>
                </a:rPr>
                <a:t>A guess that looks like a decision</a:t>
              </a:r>
            </a:p>
          </p:txBody>
        </p:sp>
        <p:cxnSp>
          <p:nvCxnSpPr>
            <p:cNvPr id="9" name="Connector 8"/>
            <p:cNvCxnSpPr>
              <a:stCxn id="5" idx="3"/>
              <a:endCxn id="6" idx="1"/>
            </p:cNvCxnSpPr>
            <p:nvPr/>
          </p:nvCxnSpPr>
          <p:spPr>
            <a:xfrm flipV="1">
              <a:off x="3436620" y="2218944"/>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a:stCxn id="6" idx="3"/>
              <a:endCxn id="7" idx="1"/>
            </p:cNvCxnSpPr>
            <p:nvPr/>
          </p:nvCxnSpPr>
          <p:spPr>
            <a:xfrm flipV="1">
              <a:off x="6141720" y="2218944"/>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a:stCxn id="7" idx="3"/>
              <a:endCxn id="8" idx="1"/>
            </p:cNvCxnSpPr>
            <p:nvPr/>
          </p:nvCxnSpPr>
          <p:spPr>
            <a:xfrm flipV="1">
              <a:off x="8846820" y="2218944"/>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sp>
        <p:nvSpPr>
          <p:cNvPr id="3" name="Content Placeholder 2"/>
          <p:cNvSpPr>
            <a:spLocks noGrp="1"/>
          </p:cNvSpPr>
          <p:nvPr>
            <p:ph idx="1"/>
          </p:nvPr>
        </p:nvSpPr>
        <p:spPr>
          <a:xfrm>
            <a:off x="1051560" y="3112008"/>
            <a:ext cx="10591800" cy="1560576"/>
          </a:xfrm>
        </p:spPr>
        <p:txBody>
          <a:bodyPr>
            <a:normAutofit lnSpcReduction="10000"/>
          </a:bodyPr>
          <a:lstStyle/>
          <a:p>
            <a:r>
              <a:t>The model predicts the next token from </a:t>
            </a:r>
            <a:r>
              <a:rPr b="1"/>
              <a:t>everything in the window</a:t>
            </a:r>
            <a:r>
              <a:t>, and nothing else</a:t>
            </a:r>
          </a:p>
          <a:p>
            <a:r>
              <a:rPr lang="en-US"/>
              <a:t>Where your prompt says nothing, the model picks the most common choice from its training data, not the right one for you</a:t>
            </a:r>
          </a:p>
        </p:txBody>
      </p:sp>
      <p:sp>
        <p:nvSpPr>
          <p:cNvPr id="12" name="Callout 12" descr="Callout"/>
          <p:cNvSpPr/>
          <p:nvPr/>
        </p:nvSpPr>
        <p:spPr>
          <a:xfrm>
            <a:off x="1143000" y="4855464"/>
            <a:ext cx="10408920" cy="829056"/>
          </a:xfrm>
          <a:prstGeom prst="roundRect">
            <a:avLst>
              <a:gd name="adj" fmla="val 7720"/>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sz="2000">
                <a:solidFill>
                  <a:schemeClr val="tx1"/>
                </a:solidFill>
              </a:rPr>
              <a:t>So a vague prompt's guesses always look reasonable, which makes the wrong ones hard to spot.</a:t>
            </a:r>
          </a:p>
        </p:txBody>
      </p:sp>
    </p:spTree>
    <p:extLst>
      <p:ext uri="{BB962C8B-B14F-4D97-AF65-F5344CB8AC3E}">
        <p14:creationId xmlns:p14="http://schemas.microsoft.com/office/powerpoint/2010/main" val="2301890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Context you write once</a:t>
            </a:r>
          </a:p>
        </p:txBody>
      </p:sp>
      <p:sp>
        <p:nvSpPr>
          <p:cNvPr id="4" name="Code 4" descr="Code, markdown"/>
          <p:cNvSpPr/>
          <p:nvPr/>
        </p:nvSpPr>
        <p:spPr>
          <a:xfrm>
            <a:off x="1143000" y="1508760"/>
            <a:ext cx="8077200" cy="2011680"/>
          </a:xfrm>
          <a:prstGeom prst="roundRect">
            <a:avLst>
              <a:gd name="adj" fmla="val 3636"/>
            </a:avLst>
          </a:prstGeom>
          <a:solidFill>
            <a:srgbClr val="16222E"/>
          </a:solidFill>
          <a:ln>
            <a:noFill/>
          </a:ln>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noAutofit/>
          </a:bodyPr>
          <a:lstStyle/>
          <a:p>
            <a:pPr algn="l">
              <a:lnSpc>
                <a:spcPct val="100000"/>
              </a:lnSpc>
              <a:spcBef>
                <a:spcPts val="0"/>
              </a:spcBef>
            </a:pPr>
            <a:r>
              <a:rPr sz="2400">
                <a:solidFill>
                  <a:srgbClr val="E8ECF1"/>
                </a:solidFill>
                <a:latin typeface="Consolas"/>
              </a:rPr>
              <a:t># AGENTS.md</a:t>
            </a:r>
          </a:p>
          <a:p>
            <a:pPr algn="l">
              <a:lnSpc>
                <a:spcPct val="100000"/>
              </a:lnSpc>
              <a:spcBef>
                <a:spcPts val="0"/>
              </a:spcBef>
            </a:pPr>
            <a:r>
              <a:rPr sz="2400">
                <a:solidFill>
                  <a:srgbClr val="7FB4D8"/>
                </a:solidFill>
                <a:latin typeface="Consolas"/>
              </a:rPr>
              <a:t>-</a:t>
            </a:r>
            <a:r>
              <a:rPr sz="2400">
                <a:solidFill>
                  <a:srgbClr val="E8ECF1"/>
                </a:solidFill>
                <a:latin typeface="Consolas"/>
              </a:rPr>
              <a:t> Python 3.12; run the tests with </a:t>
            </a:r>
            <a:r>
              <a:rPr sz="2400">
                <a:solidFill>
                  <a:srgbClr val="F0B26B"/>
                </a:solidFill>
                <a:latin typeface="Consolas"/>
              </a:rPr>
              <a:t>`pytest -q`</a:t>
            </a:r>
          </a:p>
          <a:p>
            <a:pPr algn="l">
              <a:lnSpc>
                <a:spcPct val="100000"/>
              </a:lnSpc>
              <a:spcBef>
                <a:spcPts val="0"/>
              </a:spcBef>
            </a:pPr>
            <a:r>
              <a:rPr sz="2400">
                <a:solidFill>
                  <a:srgbClr val="7FB4D8"/>
                </a:solidFill>
                <a:latin typeface="Consolas"/>
              </a:rPr>
              <a:t>-</a:t>
            </a:r>
            <a:r>
              <a:rPr sz="2400">
                <a:solidFill>
                  <a:srgbClr val="E8ECF1"/>
                </a:solidFill>
                <a:latin typeface="Consolas"/>
              </a:rPr>
              <a:t> Dates are day first: 12/08/2026 is 12 August</a:t>
            </a:r>
          </a:p>
          <a:p>
            <a:pPr algn="l">
              <a:lnSpc>
                <a:spcPct val="100000"/>
              </a:lnSpc>
              <a:spcBef>
                <a:spcPts val="0"/>
              </a:spcBef>
            </a:pPr>
            <a:r>
              <a:rPr sz="2400">
                <a:solidFill>
                  <a:srgbClr val="7FB4D8"/>
                </a:solidFill>
                <a:latin typeface="Consolas"/>
              </a:rPr>
              <a:t>-</a:t>
            </a:r>
            <a:r>
              <a:rPr sz="2400">
                <a:solidFill>
                  <a:srgbClr val="E8ECF1"/>
                </a:solidFill>
                <a:latin typeface="Consolas"/>
              </a:rPr>
              <a:t> Money is Decimal, never float</a:t>
            </a:r>
          </a:p>
          <a:p>
            <a:pPr algn="l">
              <a:lnSpc>
                <a:spcPct val="100000"/>
              </a:lnSpc>
              <a:spcBef>
                <a:spcPts val="0"/>
              </a:spcBef>
            </a:pPr>
            <a:r>
              <a:rPr sz="2400">
                <a:solidFill>
                  <a:srgbClr val="7FB4D8"/>
                </a:solidFill>
                <a:latin typeface="Consolas"/>
              </a:rPr>
              <a:t>-</a:t>
            </a:r>
            <a:r>
              <a:rPr sz="2400">
                <a:solidFill>
                  <a:srgbClr val="E8ECF1"/>
                </a:solidFill>
                <a:latin typeface="Consolas"/>
              </a:rPr>
              <a:t> Never add a dependency without asking</a:t>
            </a:r>
          </a:p>
        </p:txBody>
      </p:sp>
      <p:sp>
        <p:nvSpPr>
          <p:cNvPr id="3" name="Content Placeholder 2"/>
          <p:cNvSpPr>
            <a:spLocks noGrp="1"/>
          </p:cNvSpPr>
          <p:nvPr>
            <p:ph idx="1"/>
          </p:nvPr>
        </p:nvSpPr>
        <p:spPr>
          <a:xfrm>
            <a:off x="1051560" y="3703320"/>
            <a:ext cx="10591800" cy="1905000"/>
          </a:xfrm>
        </p:spPr>
        <p:txBody>
          <a:bodyPr>
            <a:normAutofit/>
          </a:bodyPr>
          <a:lstStyle/>
          <a:p>
            <a:r>
              <a:rPr lang="en-US"/>
              <a:t>Most coding assistants add one of these files to </a:t>
            </a:r>
            <a:r>
              <a:rPr b="1"/>
              <a:t>every</a:t>
            </a:r>
            <a:r>
              <a:rPr lang="en-US"/>
              <a:t> request: AGENTS.md, CLAUDE.md, .github/copilot-instructions.md</a:t>
            </a:r>
          </a:p>
          <a:p>
            <a:r>
              <a:rPr lang="en-US"/>
              <a:t>Keep it short and up to date: the model follows an outdated rule just as strictly as a correct one</a:t>
            </a:r>
          </a:p>
          <a:p>
            <a:pPr marL="0" indent="0">
              <a:buNone/>
            </a:pPr>
            <a:r>
              <a:rPr sz="1400" b="1">
                <a:solidFill>
                  <a:schemeClr val="accent2"/>
                </a:solidFill>
                <a:latin typeface="Consolas"/>
              </a:rPr>
              <a:t>//</a:t>
            </a:r>
            <a:r>
              <a:rPr sz="1400">
                <a:solidFill>
                  <a:schemeClr val="tx2"/>
                </a:solidFill>
                <a:latin typeface="Consolas"/>
              </a:rPr>
              <a:t> anything you keep typing into every prompt belongs in this file</a:t>
            </a:r>
          </a:p>
        </p:txBody>
      </p:sp>
    </p:spTree>
    <p:extLst>
      <p:ext uri="{BB962C8B-B14F-4D97-AF65-F5344CB8AC3E}">
        <p14:creationId xmlns:p14="http://schemas.microsoft.com/office/powerpoint/2010/main" val="4036636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Predict: what does the assistant see?</a:t>
            </a:r>
          </a:p>
        </p:txBody>
      </p:sp>
      <p:sp>
        <p:nvSpPr>
          <p:cNvPr id="3" name="Content Placeholder 2"/>
          <p:cNvSpPr>
            <a:spLocks noGrp="1"/>
          </p:cNvSpPr>
          <p:nvPr>
            <p:ph idx="1"/>
          </p:nvPr>
        </p:nvSpPr>
        <p:spPr>
          <a:xfrm>
            <a:off x="1051560" y="1508760"/>
            <a:ext cx="10591800" cy="4846320"/>
          </a:xfrm>
        </p:spPr>
        <p:txBody>
          <a:bodyPr>
            <a:normAutofit/>
          </a:bodyPr>
          <a:lstStyle/>
          <a:p>
            <a:pPr marL="0" indent="0">
              <a:buNone/>
            </a:pPr>
            <a:r>
              <a:t>Your editor's assistant. A project of forty files. You ask about a function in a file you have </a:t>
            </a:r>
            <a:r>
              <a:rPr b="1"/>
              <a:t>not</a:t>
            </a:r>
            <a:r>
              <a:t> opened.</a:t>
            </a:r>
          </a:p>
          <a:p>
            <a:r>
              <a:t>The whole project: it is open in the editor</a:t>
            </a:r>
          </a:p>
          <a:p>
            <a:r>
              <a:t>Everything you have opened since you started the editor</a:t>
            </a:r>
          </a:p>
          <a:p>
            <a:r>
              <a:t>The file you are in, plus whatever the assistant decided to read first</a:t>
            </a:r>
          </a:p>
          <a:p>
            <a:r>
              <a:t>Nothing but your question</a:t>
            </a:r>
          </a:p>
        </p:txBody>
      </p:sp>
    </p:spTree>
    <p:extLst>
      <p:ext uri="{BB962C8B-B14F-4D97-AF65-F5344CB8AC3E}">
        <p14:creationId xmlns:p14="http://schemas.microsoft.com/office/powerpoint/2010/main" val="2668311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Only what was put in the window</a:t>
            </a:r>
          </a:p>
        </p:txBody>
      </p:sp>
      <p:sp>
        <p:nvSpPr>
          <p:cNvPr id="3" name="Content Placeholder 2"/>
          <p:cNvSpPr>
            <a:spLocks noGrp="1"/>
          </p:cNvSpPr>
          <p:nvPr>
            <p:ph idx="1"/>
          </p:nvPr>
        </p:nvSpPr>
        <p:spPr>
          <a:xfrm>
            <a:off x="1051560" y="1508760"/>
            <a:ext cx="10591800" cy="4846320"/>
          </a:xfrm>
        </p:spPr>
        <p:txBody>
          <a:bodyPr>
            <a:normAutofit/>
          </a:bodyPr>
          <a:lstStyle/>
          <a:p>
            <a:r>
              <a:rPr lang="en-US"/>
              <a:t>The model sees the file you are in, any text you selected, and whatever files the assistant chose to read</a:t>
            </a:r>
          </a:p>
          <a:p>
            <a:r>
              <a:rPr lang="en-US"/>
              <a:t>An open project is not visible to the model. It sees only what was put in the window</a:t>
            </a:r>
          </a:p>
          <a:p>
            <a:r>
              <a:rPr lang="en-US"/>
              <a:t>Some assistants search your files first and pick the context for you</a:t>
            </a:r>
          </a:p>
          <a:p>
            <a:r>
              <a:rPr lang="en-US"/>
              <a:t>When an answer is wrong, first check which files the assistant actually read</a:t>
            </a:r>
          </a:p>
          <a:p>
            <a:pPr marL="0" indent="0">
              <a:buNone/>
            </a:pPr>
            <a:r>
              <a:rPr sz="1400" b="1">
                <a:solidFill>
                  <a:schemeClr val="accent2"/>
                </a:solidFill>
                <a:latin typeface="Consolas"/>
              </a:rPr>
              <a:t>// if the model "doesn't know"</a:t>
            </a:r>
            <a:r>
              <a:rPr sz="1400">
                <a:solidFill>
                  <a:schemeClr val="tx2"/>
                </a:solidFill>
                <a:latin typeface="Consolas"/>
              </a:rPr>
              <a:t> something, that thing was not in the window</a:t>
            </a:r>
          </a:p>
        </p:txBody>
      </p:sp>
    </p:spTree>
    <p:extLst>
      <p:ext uri="{BB962C8B-B14F-4D97-AF65-F5344CB8AC3E}">
        <p14:creationId xmlns:p14="http://schemas.microsoft.com/office/powerpoint/2010/main" val="4111627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Debugging a failing test, with and without the code</a:t>
            </a:r>
          </a:p>
        </p:txBody>
      </p:sp>
      <p:sp>
        <p:nvSpPr>
          <p:cNvPr id="3" name="Text Placeholder 2"/>
          <p:cNvSpPr>
            <a:spLocks noGrp="1"/>
          </p:cNvSpPr>
          <p:nvPr>
            <p:ph type="body" idx="1"/>
          </p:nvPr>
        </p:nvSpPr>
        <p:spPr/>
        <p:txBody>
          <a:bodyPr/>
          <a:lstStyle/>
          <a:p>
            <a:r>
              <a:rPr lang="en-US" sz="1600" b="1" dirty="0">
                <a:solidFill>
                  <a:schemeClr val="accent2"/>
                </a:solidFill>
                <a:latin typeface="Consolas"/>
              </a:rPr>
              <a:t>//</a:t>
            </a:r>
            <a:r>
              <a:rPr lang="en-US" sz="1600" dirty="0">
                <a:solidFill>
                  <a:schemeClr val="tx2"/>
                </a:solidFill>
                <a:latin typeface="Consolas"/>
              </a:rPr>
              <a:t> part 2 · section 2 of 4</a:t>
            </a:r>
          </a:p>
          <a:p>
            <a:pPr>
              <a:spcBef>
                <a:spcPts val="600"/>
              </a:spcBef>
            </a:pPr>
            <a:r>
              <a:rPr lang="en-US" dirty="0"/>
              <a:t>The same error twice: first on its own, then with the code it came from</a:t>
            </a:r>
          </a:p>
        </p:txBody>
      </p:sp>
    </p:spTree>
    <p:extLst>
      <p:ext uri="{BB962C8B-B14F-4D97-AF65-F5344CB8AC3E}">
        <p14:creationId xmlns:p14="http://schemas.microsoft.com/office/powerpoint/2010/main" val="41507475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A second case: the failing test</a:t>
            </a:r>
          </a:p>
        </p:txBody>
      </p:sp>
      <p:sp>
        <p:nvSpPr>
          <p:cNvPr id="3" name="Content Placeholder 2"/>
          <p:cNvSpPr>
            <a:spLocks noGrp="1"/>
          </p:cNvSpPr>
          <p:nvPr>
            <p:ph idx="1"/>
          </p:nvPr>
        </p:nvSpPr>
        <p:spPr>
          <a:xfrm>
            <a:off x="1051560" y="1508760"/>
            <a:ext cx="10591800" cy="749808"/>
          </a:xfrm>
        </p:spPr>
        <p:txBody>
          <a:bodyPr>
            <a:normAutofit lnSpcReduction="10000"/>
          </a:bodyPr>
          <a:lstStyle/>
          <a:p>
            <a:r>
              <a:t>The opening pair was </a:t>
            </a:r>
            <a:r>
              <a:rPr b="1"/>
              <a:t>generation</a:t>
            </a:r>
            <a:r>
              <a:t>: write me a function. This is </a:t>
            </a:r>
            <a:r>
              <a:rPr b="1"/>
              <a:t>diagnosis</a:t>
            </a:r>
            <a:r>
              <a:t>: why is this broken?</a:t>
            </a:r>
          </a:p>
        </p:txBody>
      </p:sp>
      <p:sp>
        <p:nvSpPr>
          <p:cNvPr id="4" name="Code 4" descr="Code, text"/>
          <p:cNvSpPr/>
          <p:nvPr/>
        </p:nvSpPr>
        <p:spPr>
          <a:xfrm>
            <a:off x="1143000" y="2441448"/>
            <a:ext cx="9306560" cy="487680"/>
          </a:xfrm>
          <a:prstGeom prst="roundRect">
            <a:avLst>
              <a:gd name="adj" fmla="val 15000"/>
            </a:avLst>
          </a:prstGeom>
          <a:solidFill>
            <a:srgbClr val="16222E"/>
          </a:solidFill>
          <a:ln>
            <a:noFill/>
          </a:ln>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noAutofit/>
          </a:bodyPr>
          <a:lstStyle/>
          <a:p>
            <a:pPr algn="l">
              <a:lnSpc>
                <a:spcPct val="100000"/>
              </a:lnSpc>
              <a:spcBef>
                <a:spcPts val="0"/>
              </a:spcBef>
            </a:pPr>
            <a:r>
              <a:rPr sz="2000">
                <a:solidFill>
                  <a:srgbClr val="E8ECF1"/>
                </a:solidFill>
                <a:latin typeface="Consolas"/>
              </a:rPr>
              <a:t>FAILED tests/test_orders.py::test_total - KeyError: 'unit_price'</a:t>
            </a:r>
          </a:p>
        </p:txBody>
      </p:sp>
      <p:sp>
        <p:nvSpPr>
          <p:cNvPr id="5" name="Prompt 5" descr="Prompt"/>
          <p:cNvSpPr/>
          <p:nvPr/>
        </p:nvSpPr>
        <p:spPr>
          <a:xfrm>
            <a:off x="1143000" y="3112008"/>
            <a:ext cx="10408920" cy="742696"/>
          </a:xfrm>
          <a:prstGeom prst="roundRect">
            <a:avLst>
              <a:gd name="adj" fmla="val 8618"/>
            </a:avLst>
          </a:prstGeom>
          <a:solidFill>
            <a:schemeClr val="accent1">
              <a:lumMod val="10000"/>
              <a:lumOff val="90000"/>
            </a:schemeClr>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1"/>
                </a:solidFill>
                <a:latin typeface="Consolas"/>
              </a:rPr>
              <a:t>PROMPT</a:t>
            </a:r>
          </a:p>
          <a:p>
            <a:pPr algn="l">
              <a:lnSpc>
                <a:spcPct val="100000"/>
              </a:lnSpc>
            </a:pPr>
            <a:r>
              <a:rPr sz="2000">
                <a:solidFill>
                  <a:schemeClr val="tx1"/>
                </a:solidFill>
                <a:latin typeface="Consolas"/>
              </a:rPr>
              <a:t>my test fails with KeyError: 'unit_price', fix it</a:t>
            </a:r>
          </a:p>
        </p:txBody>
      </p:sp>
      <p:sp>
        <p:nvSpPr>
          <p:cNvPr id="6" name="Text 6"/>
          <p:cNvSpPr txBox="1"/>
          <p:nvPr/>
        </p:nvSpPr>
        <p:spPr>
          <a:xfrm>
            <a:off x="1051560" y="4037584"/>
            <a:ext cx="10591800" cy="749808"/>
          </a:xfrm>
          <a:prstGeom prst="rect">
            <a:avLst/>
          </a:prstGeom>
          <a:noFill/>
        </p:spPr>
        <p:txBody>
          <a:bodyPr wrap="square">
            <a:normAutofit/>
          </a:bodyPr>
          <a:lstStyle>
            <a:lvl1pPr marL="342900" indent="-342900" algn="l" rtl="0" eaLnBrk="1" latinLnBrk="0" hangingPunct="1">
              <a:lnSpc>
                <a:spcPct val="90000"/>
              </a:lnSpc>
              <a:spcBef>
                <a:spcPts val="1200"/>
              </a:spcBef>
              <a:buClr>
                <a:schemeClr val="accent2"/>
              </a:buClr>
              <a:buFont typeface="Consolas"/>
              <a:buChar char="›"/>
              <a:defRPr sz="2400" b="0">
                <a:solidFill>
                  <a:schemeClr val="tx1"/>
                </a:solidFill>
                <a:latin typeface="+mn-lt"/>
              </a:defRPr>
            </a:lvl1pPr>
            <a:lvl2pPr marL="742950" indent="-285750" algn="l" rtl="0" eaLnBrk="1" latinLnBrk="0" hangingPunct="1">
              <a:lnSpc>
                <a:spcPct val="90000"/>
              </a:lnSpc>
              <a:spcBef>
                <a:spcPts val="600"/>
              </a:spcBef>
              <a:buClr>
                <a:schemeClr val="tx2"/>
              </a:buClr>
              <a:buFont typeface="Aptos"/>
              <a:buChar char="–"/>
              <a:defRPr sz="2000" b="0">
                <a:solidFill>
                  <a:schemeClr val="tx1"/>
                </a:solidFill>
                <a:latin typeface="+mn-lt"/>
              </a:defRPr>
            </a:lvl2pPr>
            <a:lvl3pPr marL="1085850" indent="-228600" algn="l" rtl="0" eaLnBrk="1" latinLnBrk="0" hangingPunct="1">
              <a:lnSpc>
                <a:spcPct val="90000"/>
              </a:lnSpc>
              <a:spcBef>
                <a:spcPts val="600"/>
              </a:spcBef>
              <a:buClr>
                <a:schemeClr val="tx2"/>
              </a:buClr>
              <a:buFont typeface="Aptos"/>
              <a:buChar char="·"/>
              <a:defRPr sz="1800" b="0">
                <a:solidFill>
                  <a:schemeClr val="tx1"/>
                </a:solidFill>
                <a:latin typeface="+mn-lt"/>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t>Before the next slide: is this a wording problem, or a knowledge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Predict: error only, what comes back?</a:t>
            </a:r>
          </a:p>
        </p:txBody>
      </p:sp>
      <p:sp>
        <p:nvSpPr>
          <p:cNvPr id="3" name="Content Placeholder 2"/>
          <p:cNvSpPr>
            <a:spLocks noGrp="1"/>
          </p:cNvSpPr>
          <p:nvPr>
            <p:ph idx="1"/>
          </p:nvPr>
        </p:nvSpPr>
        <p:spPr>
          <a:xfrm>
            <a:off x="1051560" y="1508760"/>
            <a:ext cx="10591800" cy="4846320"/>
          </a:xfrm>
        </p:spPr>
        <p:txBody>
          <a:bodyPr>
            <a:normAutofit/>
          </a:bodyPr>
          <a:lstStyle/>
          <a:p>
            <a:r>
              <a:t>The model asks to see the function</a:t>
            </a:r>
          </a:p>
          <a:p>
            <a:r>
              <a:t>A </a:t>
            </a:r>
            <a:r>
              <a:rPr>
                <a:latin typeface="Consolas"/>
              </a:rPr>
              <a:t>.get()</a:t>
            </a:r>
            <a:r>
              <a:t> with a default value, so the missing key stops raising</a:t>
            </a:r>
          </a:p>
          <a:p>
            <a:r>
              <a:t>Both, in the same reply</a:t>
            </a:r>
          </a:p>
          <a:p>
            <a:r>
              <a:t>The model rewrites the test to match</a:t>
            </a:r>
          </a:p>
        </p:txBody>
      </p:sp>
    </p:spTree>
    <p:extLst>
      <p:ext uri="{BB962C8B-B14F-4D97-AF65-F5344CB8AC3E}">
        <p14:creationId xmlns:p14="http://schemas.microsoft.com/office/powerpoint/2010/main" val="1866282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What came back</a:t>
            </a:r>
          </a:p>
        </p:txBody>
      </p:sp>
      <p:sp>
        <p:nvSpPr>
          <p:cNvPr id="4" name="Reply 4" descr="Reply"/>
          <p:cNvSpPr/>
          <p:nvPr/>
        </p:nvSpPr>
        <p:spPr>
          <a:xfrm>
            <a:off x="1143000" y="1508760"/>
            <a:ext cx="10408920" cy="1108456"/>
          </a:xfrm>
          <a:prstGeom prst="roundRect">
            <a:avLst>
              <a:gd name="adj" fmla="val 5774"/>
            </a:avLst>
          </a:prstGeom>
          <a:solidFill>
            <a:schemeClr val="bg2"/>
          </a:solidFill>
          <a:ln w="15875">
            <a:solidFill>
              <a:schemeClr val="tx2"/>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tx2"/>
                </a:solidFill>
                <a:latin typeface="Consolas"/>
              </a:rPr>
              <a:t>REPLY · Gemini 2.5 Flash, Sept 2026, excerpt</a:t>
            </a:r>
          </a:p>
          <a:p>
            <a:pPr algn="l">
              <a:lnSpc>
                <a:spcPct val="100000"/>
              </a:lnSpc>
            </a:pPr>
            <a:r>
              <a:rPr sz="2200">
                <a:solidFill>
                  <a:schemeClr val="tx1"/>
                </a:solidFill>
              </a:rPr>
              <a:t>Use dict.get() with a default value (Recommended). This is the most Pythonic and safest way to access dictionary keys that might not exist.</a:t>
            </a:r>
          </a:p>
        </p:txBody>
      </p:sp>
      <p:sp>
        <p:nvSpPr>
          <p:cNvPr id="3" name="Content Placeholder 2"/>
          <p:cNvSpPr>
            <a:spLocks noGrp="1"/>
          </p:cNvSpPr>
          <p:nvPr>
            <p:ph idx="1"/>
          </p:nvPr>
        </p:nvSpPr>
        <p:spPr>
          <a:xfrm>
            <a:off x="1051560" y="2800096"/>
            <a:ext cx="10591800" cy="1231392"/>
          </a:xfrm>
        </p:spPr>
        <p:txBody>
          <a:bodyPr>
            <a:normAutofit lnSpcReduction="10000"/>
          </a:bodyPr>
          <a:lstStyle/>
          <a:p>
            <a:r>
              <a:rPr lang="en-US"/>
              <a:t>3 of 4 replies asked to see the code, but all 4 still suggested .get() with a default of 0</a:t>
            </a:r>
          </a:p>
          <a:p>
            <a:r>
              <a:rPr lang="en-US"/>
              <a:t>Apply that fix and the test still fails, with a different error:</a:t>
            </a:r>
          </a:p>
        </p:txBody>
      </p:sp>
      <p:sp>
        <p:nvSpPr>
          <p:cNvPr id="5" name="Code 5" descr="Code, text"/>
          <p:cNvSpPr/>
          <p:nvPr/>
        </p:nvSpPr>
        <p:spPr>
          <a:xfrm>
            <a:off x="1143000" y="4214368"/>
            <a:ext cx="2600960" cy="487680"/>
          </a:xfrm>
          <a:prstGeom prst="roundRect">
            <a:avLst>
              <a:gd name="adj" fmla="val 15000"/>
            </a:avLst>
          </a:prstGeom>
          <a:solidFill>
            <a:srgbClr val="16222E"/>
          </a:solidFill>
          <a:ln>
            <a:noFill/>
          </a:ln>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noAutofit/>
          </a:bodyPr>
          <a:lstStyle/>
          <a:p>
            <a:pPr algn="l">
              <a:lnSpc>
                <a:spcPct val="100000"/>
              </a:lnSpc>
              <a:spcBef>
                <a:spcPts val="0"/>
              </a:spcBef>
            </a:pPr>
            <a:r>
              <a:rPr sz="2000">
                <a:solidFill>
                  <a:srgbClr val="E8ECF1"/>
                </a:solidFill>
                <a:latin typeface="Consolas"/>
              </a:rPr>
              <a:t>assert 0 == 10.0</a:t>
            </a:r>
          </a:p>
        </p:txBody>
      </p:sp>
      <p:sp>
        <p:nvSpPr>
          <p:cNvPr id="6" name="Text 6"/>
          <p:cNvSpPr txBox="1"/>
          <p:nvPr/>
        </p:nvSpPr>
        <p:spPr>
          <a:xfrm>
            <a:off x="1051560" y="4884928"/>
            <a:ext cx="10591800" cy="420624"/>
          </a:xfrm>
          <a:prstGeom prst="rect">
            <a:avLst/>
          </a:prstGeom>
          <a:noFill/>
        </p:spPr>
        <p:txBody>
          <a:bodyPr wrap="square">
            <a:normAutofit lnSpcReduction="10000"/>
          </a:bodyPr>
          <a:lstStyle>
            <a:lvl1pPr marL="342900" indent="-342900" algn="l" rtl="0" eaLnBrk="1" latinLnBrk="0" hangingPunct="1">
              <a:lnSpc>
                <a:spcPct val="90000"/>
              </a:lnSpc>
              <a:spcBef>
                <a:spcPts val="1200"/>
              </a:spcBef>
              <a:buClr>
                <a:schemeClr val="accent2"/>
              </a:buClr>
              <a:buFont typeface="Consolas"/>
              <a:buChar char="›"/>
              <a:defRPr sz="2400" b="0">
                <a:solidFill>
                  <a:schemeClr val="tx1"/>
                </a:solidFill>
                <a:latin typeface="+mn-lt"/>
              </a:defRPr>
            </a:lvl1pPr>
            <a:lvl2pPr marL="742950" indent="-285750" algn="l" rtl="0" eaLnBrk="1" latinLnBrk="0" hangingPunct="1">
              <a:lnSpc>
                <a:spcPct val="90000"/>
              </a:lnSpc>
              <a:spcBef>
                <a:spcPts val="600"/>
              </a:spcBef>
              <a:buClr>
                <a:schemeClr val="tx2"/>
              </a:buClr>
              <a:buFont typeface="Aptos"/>
              <a:buChar char="–"/>
              <a:defRPr sz="2000" b="0">
                <a:solidFill>
                  <a:schemeClr val="tx1"/>
                </a:solidFill>
                <a:latin typeface="+mn-lt"/>
              </a:defRPr>
            </a:lvl2pPr>
            <a:lvl3pPr marL="1085850" indent="-228600" algn="l" rtl="0" eaLnBrk="1" latinLnBrk="0" hangingPunct="1">
              <a:lnSpc>
                <a:spcPct val="90000"/>
              </a:lnSpc>
              <a:spcBef>
                <a:spcPts val="600"/>
              </a:spcBef>
              <a:buClr>
                <a:schemeClr val="tx2"/>
              </a:buClr>
              <a:buFont typeface="Aptos"/>
              <a:buChar char="·"/>
              <a:defRPr sz="1800" b="0">
                <a:solidFill>
                  <a:schemeClr val="tx1"/>
                </a:solidFill>
                <a:latin typeface="+mn-lt"/>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The fix hid the error instead of fixing the bug</a:t>
            </a:r>
          </a:p>
        </p:txBody>
      </p:sp>
    </p:spTree>
    <p:extLst>
      <p:ext uri="{BB962C8B-B14F-4D97-AF65-F5344CB8AC3E}">
        <p14:creationId xmlns:p14="http://schemas.microsoft.com/office/powerpoint/2010/main" val="4088461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What the model could not see</a:t>
            </a:r>
          </a:p>
        </p:txBody>
      </p:sp>
      <p:sp>
        <p:nvSpPr>
          <p:cNvPr id="4" name="Code 4" descr="Code, python"/>
          <p:cNvSpPr/>
          <p:nvPr/>
        </p:nvSpPr>
        <p:spPr>
          <a:xfrm>
            <a:off x="1143000" y="1508760"/>
            <a:ext cx="9795510" cy="731520"/>
          </a:xfrm>
          <a:prstGeom prst="roundRect">
            <a:avLst>
              <a:gd name="adj" fmla="val 10000"/>
            </a:avLst>
          </a:prstGeom>
          <a:solidFill>
            <a:srgbClr val="16222E"/>
          </a:solidFill>
          <a:ln>
            <a:noFill/>
          </a:ln>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noAutofit/>
          </a:bodyPr>
          <a:lstStyle/>
          <a:p>
            <a:pPr algn="l">
              <a:lnSpc>
                <a:spcPct val="100000"/>
              </a:lnSpc>
              <a:spcBef>
                <a:spcPts val="0"/>
              </a:spcBef>
            </a:pPr>
            <a:r>
              <a:rPr sz="1800">
                <a:solidFill>
                  <a:srgbClr val="7FB4D8"/>
                </a:solidFill>
                <a:latin typeface="Consolas"/>
              </a:rPr>
              <a:t>def</a:t>
            </a:r>
            <a:r>
              <a:rPr sz="1800">
                <a:solidFill>
                  <a:srgbClr val="E8ECF1"/>
                </a:solidFill>
                <a:latin typeface="Consolas"/>
              </a:rPr>
              <a:t> </a:t>
            </a:r>
            <a:r>
              <a:rPr sz="1800">
                <a:solidFill>
                  <a:srgbClr val="A8D3EE"/>
                </a:solidFill>
                <a:latin typeface="Consolas"/>
              </a:rPr>
              <a:t>order_total</a:t>
            </a:r>
            <a:r>
              <a:rPr sz="1800">
                <a:solidFill>
                  <a:srgbClr val="E8ECF1"/>
                </a:solidFill>
                <a:latin typeface="Consolas"/>
              </a:rPr>
              <a:t>(order: </a:t>
            </a:r>
            <a:r>
              <a:rPr sz="1800">
                <a:solidFill>
                  <a:srgbClr val="A8D3EE"/>
                </a:solidFill>
                <a:latin typeface="Consolas"/>
              </a:rPr>
              <a:t>dict</a:t>
            </a:r>
            <a:r>
              <a:rPr sz="1800">
                <a:solidFill>
                  <a:srgbClr val="E8ECF1"/>
                </a:solidFill>
                <a:latin typeface="Consolas"/>
              </a:rPr>
              <a:t>) -&gt; </a:t>
            </a:r>
            <a:r>
              <a:rPr sz="1800">
                <a:solidFill>
                  <a:srgbClr val="A8D3EE"/>
                </a:solidFill>
                <a:latin typeface="Consolas"/>
              </a:rPr>
              <a:t>float</a:t>
            </a:r>
            <a:r>
              <a:rPr sz="1800">
                <a:solidFill>
                  <a:srgbClr val="E8ECF1"/>
                </a:solidFill>
                <a:latin typeface="Consolas"/>
              </a:rPr>
              <a:t>:</a:t>
            </a:r>
          </a:p>
          <a:p>
            <a:pPr algn="l">
              <a:lnSpc>
                <a:spcPct val="100000"/>
              </a:lnSpc>
              <a:spcBef>
                <a:spcPts val="0"/>
              </a:spcBef>
            </a:pPr>
            <a:r>
              <a:rPr sz="1800">
                <a:solidFill>
                  <a:srgbClr val="E8ECF1"/>
                </a:solidFill>
                <a:latin typeface="Consolas"/>
              </a:rPr>
              <a:t>    </a:t>
            </a:r>
            <a:r>
              <a:rPr sz="1800">
                <a:solidFill>
                  <a:srgbClr val="7FB4D8"/>
                </a:solidFill>
                <a:latin typeface="Consolas"/>
              </a:rPr>
              <a:t>return</a:t>
            </a:r>
            <a:r>
              <a:rPr sz="1800">
                <a:solidFill>
                  <a:srgbClr val="E8ECF1"/>
                </a:solidFill>
                <a:latin typeface="Consolas"/>
              </a:rPr>
              <a:t> </a:t>
            </a:r>
            <a:r>
              <a:rPr sz="1800">
                <a:solidFill>
                  <a:srgbClr val="A8D3EE"/>
                </a:solidFill>
                <a:latin typeface="Consolas"/>
              </a:rPr>
              <a:t>sum</a:t>
            </a:r>
            <a:r>
              <a:rPr sz="1800">
                <a:solidFill>
                  <a:srgbClr val="E8ECF1"/>
                </a:solidFill>
                <a:latin typeface="Consolas"/>
              </a:rPr>
              <a:t>(item[</a:t>
            </a:r>
            <a:r>
              <a:rPr sz="1800">
                <a:solidFill>
                  <a:srgbClr val="F0B26B"/>
                </a:solidFill>
                <a:latin typeface="Consolas"/>
              </a:rPr>
              <a:t>"unit_price"</a:t>
            </a:r>
            <a:r>
              <a:rPr sz="1800">
                <a:solidFill>
                  <a:srgbClr val="E8ECF1"/>
                </a:solidFill>
                <a:latin typeface="Consolas"/>
              </a:rPr>
              <a:t>] * item[</a:t>
            </a:r>
            <a:r>
              <a:rPr sz="1800">
                <a:solidFill>
                  <a:srgbClr val="F0B26B"/>
                </a:solidFill>
                <a:latin typeface="Consolas"/>
              </a:rPr>
              <a:t>"qty"</a:t>
            </a:r>
            <a:r>
              <a:rPr sz="1800">
                <a:solidFill>
                  <a:srgbClr val="E8ECF1"/>
                </a:solidFill>
                <a:latin typeface="Consolas"/>
              </a:rPr>
              <a:t>] </a:t>
            </a:r>
            <a:r>
              <a:rPr sz="1800">
                <a:solidFill>
                  <a:srgbClr val="7FB4D8"/>
                </a:solidFill>
                <a:latin typeface="Consolas"/>
              </a:rPr>
              <a:t>for</a:t>
            </a:r>
            <a:r>
              <a:rPr sz="1800">
                <a:solidFill>
                  <a:srgbClr val="E8ECF1"/>
                </a:solidFill>
                <a:latin typeface="Consolas"/>
              </a:rPr>
              <a:t> item </a:t>
            </a:r>
            <a:r>
              <a:rPr sz="1800">
                <a:solidFill>
                  <a:srgbClr val="7FB4D8"/>
                </a:solidFill>
                <a:latin typeface="Consolas"/>
              </a:rPr>
              <a:t>in</a:t>
            </a:r>
            <a:r>
              <a:rPr sz="1800">
                <a:solidFill>
                  <a:srgbClr val="E8ECF1"/>
                </a:solidFill>
                <a:latin typeface="Consolas"/>
              </a:rPr>
              <a:t> order[</a:t>
            </a:r>
            <a:r>
              <a:rPr sz="1800">
                <a:solidFill>
                  <a:srgbClr val="F0B26B"/>
                </a:solidFill>
                <a:latin typeface="Consolas"/>
              </a:rPr>
              <a:t>"items"</a:t>
            </a:r>
            <a:r>
              <a:rPr sz="1800">
                <a:solidFill>
                  <a:srgbClr val="E8ECF1"/>
                </a:solidFill>
                <a:latin typeface="Consolas"/>
              </a:rPr>
              <a:t>])</a:t>
            </a:r>
          </a:p>
        </p:txBody>
      </p:sp>
      <p:sp>
        <p:nvSpPr>
          <p:cNvPr id="5" name="Code 5" descr="Code, python"/>
          <p:cNvSpPr/>
          <p:nvPr/>
        </p:nvSpPr>
        <p:spPr>
          <a:xfrm>
            <a:off x="1143000" y="2423160"/>
            <a:ext cx="6652260" cy="1005840"/>
          </a:xfrm>
          <a:prstGeom prst="roundRect">
            <a:avLst>
              <a:gd name="adj" fmla="val 7272"/>
            </a:avLst>
          </a:prstGeom>
          <a:solidFill>
            <a:srgbClr val="16222E"/>
          </a:solidFill>
          <a:ln>
            <a:noFill/>
          </a:ln>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noAutofit/>
          </a:bodyPr>
          <a:lstStyle/>
          <a:p>
            <a:pPr algn="l">
              <a:lnSpc>
                <a:spcPct val="100000"/>
              </a:lnSpc>
              <a:spcBef>
                <a:spcPts val="0"/>
              </a:spcBef>
            </a:pPr>
            <a:r>
              <a:rPr sz="1800">
                <a:solidFill>
                  <a:srgbClr val="7FB4D8"/>
                </a:solidFill>
                <a:latin typeface="Consolas"/>
              </a:rPr>
              <a:t>def</a:t>
            </a:r>
            <a:r>
              <a:rPr sz="1800">
                <a:solidFill>
                  <a:srgbClr val="E8ECF1"/>
                </a:solidFill>
                <a:latin typeface="Consolas"/>
              </a:rPr>
              <a:t> </a:t>
            </a:r>
            <a:r>
              <a:rPr sz="1800">
                <a:solidFill>
                  <a:srgbClr val="A8D3EE"/>
                </a:solidFill>
                <a:latin typeface="Consolas"/>
              </a:rPr>
              <a:t>test_total</a:t>
            </a:r>
            <a:r>
              <a:rPr sz="1800">
                <a:solidFill>
                  <a:srgbClr val="E8ECF1"/>
                </a:solidFill>
                <a:latin typeface="Consolas"/>
              </a:rPr>
              <a:t>():</a:t>
            </a:r>
          </a:p>
          <a:p>
            <a:pPr algn="l">
              <a:lnSpc>
                <a:spcPct val="100000"/>
              </a:lnSpc>
              <a:spcBef>
                <a:spcPts val="0"/>
              </a:spcBef>
            </a:pPr>
            <a:r>
              <a:rPr sz="1800">
                <a:solidFill>
                  <a:srgbClr val="E8ECF1"/>
                </a:solidFill>
                <a:latin typeface="Consolas"/>
              </a:rPr>
              <a:t>    order = {</a:t>
            </a:r>
            <a:r>
              <a:rPr sz="1800">
                <a:solidFill>
                  <a:srgbClr val="F0B26B"/>
                </a:solidFill>
                <a:latin typeface="Consolas"/>
              </a:rPr>
              <a:t>"items"</a:t>
            </a:r>
            <a:r>
              <a:rPr sz="1800">
                <a:solidFill>
                  <a:srgbClr val="E8ECF1"/>
                </a:solidFill>
                <a:latin typeface="Consolas"/>
              </a:rPr>
              <a:t>: [{</a:t>
            </a:r>
            <a:r>
              <a:rPr sz="1800">
                <a:solidFill>
                  <a:srgbClr val="F0B26B"/>
                </a:solidFill>
                <a:latin typeface="Consolas"/>
              </a:rPr>
              <a:t>"price"</a:t>
            </a:r>
            <a:r>
              <a:rPr sz="1800">
                <a:solidFill>
                  <a:srgbClr val="E8ECF1"/>
                </a:solidFill>
                <a:latin typeface="Consolas"/>
              </a:rPr>
              <a:t>: </a:t>
            </a:r>
            <a:r>
              <a:rPr sz="1800">
                <a:solidFill>
                  <a:srgbClr val="C9A7F2"/>
                </a:solidFill>
                <a:latin typeface="Consolas"/>
              </a:rPr>
              <a:t>2.50</a:t>
            </a:r>
            <a:r>
              <a:rPr sz="1800">
                <a:solidFill>
                  <a:srgbClr val="E8ECF1"/>
                </a:solidFill>
                <a:latin typeface="Consolas"/>
              </a:rPr>
              <a:t>, </a:t>
            </a:r>
            <a:r>
              <a:rPr sz="1800">
                <a:solidFill>
                  <a:srgbClr val="F0B26B"/>
                </a:solidFill>
                <a:latin typeface="Consolas"/>
              </a:rPr>
              <a:t>"qty"</a:t>
            </a:r>
            <a:r>
              <a:rPr sz="1800">
                <a:solidFill>
                  <a:srgbClr val="E8ECF1"/>
                </a:solidFill>
                <a:latin typeface="Consolas"/>
              </a:rPr>
              <a:t>: </a:t>
            </a:r>
            <a:r>
              <a:rPr sz="1800">
                <a:solidFill>
                  <a:srgbClr val="C9A7F2"/>
                </a:solidFill>
                <a:latin typeface="Consolas"/>
              </a:rPr>
              <a:t>4</a:t>
            </a:r>
            <a:r>
              <a:rPr sz="1800">
                <a:solidFill>
                  <a:srgbClr val="E8ECF1"/>
                </a:solidFill>
                <a:latin typeface="Consolas"/>
              </a:rPr>
              <a:t>}]}</a:t>
            </a:r>
          </a:p>
          <a:p>
            <a:pPr algn="l">
              <a:lnSpc>
                <a:spcPct val="100000"/>
              </a:lnSpc>
              <a:spcBef>
                <a:spcPts val="0"/>
              </a:spcBef>
            </a:pPr>
            <a:r>
              <a:rPr sz="1800">
                <a:solidFill>
                  <a:srgbClr val="E8ECF1"/>
                </a:solidFill>
                <a:latin typeface="Consolas"/>
              </a:rPr>
              <a:t>    </a:t>
            </a:r>
            <a:r>
              <a:rPr sz="1800">
                <a:solidFill>
                  <a:srgbClr val="7FB4D8"/>
                </a:solidFill>
                <a:latin typeface="Consolas"/>
              </a:rPr>
              <a:t>assert</a:t>
            </a:r>
            <a:r>
              <a:rPr sz="1800">
                <a:solidFill>
                  <a:srgbClr val="E8ECF1"/>
                </a:solidFill>
                <a:latin typeface="Consolas"/>
              </a:rPr>
              <a:t> order_total(order) == </a:t>
            </a:r>
            <a:r>
              <a:rPr sz="1800">
                <a:solidFill>
                  <a:srgbClr val="C9A7F2"/>
                </a:solidFill>
                <a:latin typeface="Consolas"/>
              </a:rPr>
              <a:t>10.0</a:t>
            </a:r>
          </a:p>
        </p:txBody>
      </p:sp>
      <p:sp>
        <p:nvSpPr>
          <p:cNvPr id="3" name="Content Placeholder 2"/>
          <p:cNvSpPr>
            <a:spLocks noGrp="1"/>
          </p:cNvSpPr>
          <p:nvPr>
            <p:ph idx="1"/>
          </p:nvPr>
        </p:nvSpPr>
        <p:spPr>
          <a:xfrm>
            <a:off x="1051560" y="3611880"/>
            <a:ext cx="10591800" cy="2042160"/>
          </a:xfrm>
        </p:spPr>
        <p:txBody>
          <a:bodyPr>
            <a:normAutofit lnSpcReduction="10000"/>
          </a:bodyPr>
          <a:lstStyle/>
          <a:p>
            <a:r>
              <a:t>The test data uses the key </a:t>
            </a:r>
            <a:r>
              <a:rPr>
                <a:latin typeface="Consolas"/>
              </a:rPr>
              <a:t>price</a:t>
            </a:r>
            <a:r>
              <a:t>, but the function expects </a:t>
            </a:r>
            <a:r>
              <a:rPr>
                <a:latin typeface="Consolas"/>
              </a:rPr>
              <a:t>unit_price</a:t>
            </a:r>
            <a:r>
              <a:t>. Each is fine alone; they just don't match</a:t>
            </a:r>
          </a:p>
          <a:p>
            <a:r>
              <a:t>No rewording of "fix it" could find this: the model was never shown this code</a:t>
            </a:r>
          </a:p>
          <a:p>
            <a:r>
              <a:t>The real fix is a choice only you can make: which key name should the whole codebase use?</a:t>
            </a:r>
          </a:p>
        </p:txBody>
      </p:sp>
    </p:spTree>
    <p:extLst>
      <p:ext uri="{BB962C8B-B14F-4D97-AF65-F5344CB8AC3E}">
        <p14:creationId xmlns:p14="http://schemas.microsoft.com/office/powerpoint/2010/main" val="3396720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What to put in front of the model</a:t>
            </a:r>
          </a:p>
        </p:txBody>
      </p:sp>
      <p:graphicFrame>
        <p:nvGraphicFramePr>
          <p:cNvPr id="4" name="Table 4"/>
          <p:cNvGraphicFramePr>
            <a:graphicFrameLocks noGrp="1"/>
          </p:cNvGraphicFramePr>
          <p:nvPr>
            <p:extLst>
              <p:ext uri="{D42A27DB-BD31-4B8C-83A1-F6EECF244321}">
                <p14:modId xmlns:p14="http://schemas.microsoft.com/office/powerpoint/2010/main" val="1504549002"/>
              </p:ext>
            </p:extLst>
          </p:nvPr>
        </p:nvGraphicFramePr>
        <p:xfrm>
          <a:off x="1143000" y="1508760"/>
          <a:ext cx="10408920" cy="2941320"/>
        </p:xfrm>
        <a:graphic>
          <a:graphicData uri="http://schemas.openxmlformats.org/drawingml/2006/table">
            <a:tbl>
              <a:tblPr>
                <a:tableStyleId>{2D5ABB26-0587-4C30-8999-92F81FD0307C}</a:tableStyleId>
              </a:tblPr>
              <a:tblGrid>
                <a:gridCol w="5087182">
                  <a:extLst>
                    <a:ext uri="{9D8B030D-6E8A-4147-A177-3AD203B41FA5}">
                      <a16:colId xmlns:a16="http://schemas.microsoft.com/office/drawing/2014/main" val="20000"/>
                    </a:ext>
                  </a:extLst>
                </a:gridCol>
                <a:gridCol w="5321738">
                  <a:extLst>
                    <a:ext uri="{9D8B030D-6E8A-4147-A177-3AD203B41FA5}">
                      <a16:colId xmlns:a16="http://schemas.microsoft.com/office/drawing/2014/main" val="20001"/>
                    </a:ext>
                  </a:extLst>
                </a:gridCol>
              </a:tblGrid>
              <a:tr h="368806">
                <a:tc>
                  <a:txBody>
                    <a:bodyPr/>
                    <a:lstStyle/>
                    <a:p>
                      <a:r>
                        <a:rPr sz="1700" b="1">
                          <a:solidFill>
                            <a:schemeClr val="accent1"/>
                          </a:solidFill>
                          <a:latin typeface="Consolas"/>
                        </a:rPr>
                        <a:t>Put in</a:t>
                      </a:r>
                    </a:p>
                  </a:txBody>
                  <a:tcPr marL="73152" marR="73152" marT="54864" marB="54864">
                    <a:lnB w="19050">
                      <a:solidFill>
                        <a:schemeClr val="tx1"/>
                      </a:solidFill>
                    </a:lnB>
                    <a:noFill/>
                  </a:tcPr>
                </a:tc>
                <a:tc>
                  <a:txBody>
                    <a:bodyPr/>
                    <a:lstStyle/>
                    <a:p>
                      <a:r>
                        <a:rPr sz="1700" b="1">
                          <a:solidFill>
                            <a:schemeClr val="accent1"/>
                          </a:solidFill>
                          <a:latin typeface="Consolas"/>
                        </a:rPr>
                        <a:t>Leave out</a:t>
                      </a:r>
                    </a:p>
                  </a:txBody>
                  <a:tcPr marL="73152" marR="73152" marT="54864" marB="54864">
                    <a:lnB w="19050">
                      <a:solidFill>
                        <a:schemeClr val="tx1"/>
                      </a:solidFill>
                    </a:lnB>
                    <a:noFill/>
                  </a:tcPr>
                </a:tc>
                <a:extLst>
                  <a:ext uri="{0D108BD9-81ED-4DB2-BD59-A6C34878D82A}">
                    <a16:rowId xmlns:a16="http://schemas.microsoft.com/office/drawing/2014/main" val="10000"/>
                  </a:ext>
                </a:extLst>
              </a:tr>
              <a:tr h="414528">
                <a:tc>
                  <a:txBody>
                    <a:bodyPr/>
                    <a:lstStyle/>
                    <a:p>
                      <a:r>
                        <a:rPr sz="2000">
                          <a:solidFill>
                            <a:schemeClr val="tx1"/>
                          </a:solidFill>
                        </a:rPr>
                        <a:t>The error, </a:t>
                      </a:r>
                      <a:r>
                        <a:rPr sz="2000" b="1">
                          <a:solidFill>
                            <a:schemeClr val="tx1"/>
                          </a:solidFill>
                        </a:rPr>
                        <a:t>verbatim</a:t>
                      </a:r>
                      <a:r>
                        <a:rPr sz="2000">
                          <a:solidFill>
                            <a:schemeClr val="tx1"/>
                          </a:solidFill>
                        </a:rPr>
                        <a:t>: never your paraphrase of it</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The rest of the file</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1"/>
                  </a:ext>
                </a:extLst>
              </a:tr>
              <a:tr h="414528">
                <a:tc>
                  <a:txBody>
                    <a:bodyPr/>
                    <a:lstStyle/>
                    <a:p>
                      <a:r>
                        <a:rPr sz="2000">
                          <a:solidFill>
                            <a:schemeClr val="tx1"/>
                          </a:solidFill>
                        </a:rPr>
                        <a:t>The function that raised</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Files that are not on the path to the error</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2"/>
                  </a:ext>
                </a:extLst>
              </a:tr>
              <a:tr h="414528">
                <a:tc>
                  <a:txBody>
                    <a:bodyPr/>
                    <a:lstStyle/>
                    <a:p>
                      <a:r>
                        <a:rPr sz="2000">
                          <a:solidFill>
                            <a:schemeClr val="tx1"/>
                          </a:solidFill>
                        </a:rPr>
                        <a:t>The input that triggered it: the fixture, the request</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Your guess at the cause: give the model the evidence and let it find the cause</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3"/>
                  </a:ext>
                </a:extLst>
              </a:tr>
              <a:tr h="414528">
                <a:tc>
                  <a:txBody>
                    <a:bodyPr/>
                    <a:lstStyle/>
                    <a:p>
                      <a:r>
                        <a:rPr sz="2000">
                          <a:solidFill>
                            <a:schemeClr val="tx1"/>
                          </a:solidFill>
                        </a:rPr>
                        <a:t>The test, the schema, the config it depends on</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The forty-minute conversation you had about it</a:t>
                      </a:r>
                    </a:p>
                  </a:txBody>
                  <a:tcPr marL="73152" marR="73152" marT="54864" marB="54864">
                    <a:lnT w="9525" cap="flat" cmpd="sng" algn="ctr">
                      <a:solidFill>
                        <a:srgbClr val="DED8C9"/>
                      </a:solidFill>
                      <a:prstDash val="solid"/>
                      <a:round/>
                      <a:headEnd type="none" w="med" len="med"/>
                      <a:tailEnd type="none" w="med" len="med"/>
                    </a:lnT>
                    <a:noFill/>
                  </a:tcPr>
                </a:tc>
                <a:extLst>
                  <a:ext uri="{0D108BD9-81ED-4DB2-BD59-A6C34878D82A}">
                    <a16:rowId xmlns:a16="http://schemas.microsoft.com/office/drawing/2014/main" val="10004"/>
                  </a:ext>
                </a:extLst>
              </a:tr>
            </a:tbl>
          </a:graphicData>
        </a:graphic>
      </p:graphicFrame>
      <p:sp>
        <p:nvSpPr>
          <p:cNvPr id="3" name="Content Placeholder 2"/>
          <p:cNvSpPr>
            <a:spLocks noGrp="1"/>
          </p:cNvSpPr>
          <p:nvPr>
            <p:ph idx="1"/>
          </p:nvPr>
        </p:nvSpPr>
        <p:spPr>
          <a:xfrm>
            <a:off x="1051560" y="4632959"/>
            <a:ext cx="10591800" cy="283464"/>
          </a:xfrm>
        </p:spPr>
        <p:txBody>
          <a:bodyPr>
            <a:normAutofit/>
          </a:bodyPr>
          <a:lstStyle/>
          <a:p>
            <a:pPr marL="0" indent="0">
              <a:buNone/>
            </a:pPr>
            <a:r>
              <a:rPr sz="1400" b="1">
                <a:solidFill>
                  <a:schemeClr val="accent2"/>
                </a:solidFill>
                <a:latin typeface="Consolas"/>
              </a:rPr>
              <a:t>//</a:t>
            </a:r>
            <a:r>
              <a:rPr sz="1400">
                <a:solidFill>
                  <a:schemeClr val="tx2"/>
                </a:solidFill>
                <a:latin typeface="Consolas"/>
              </a:rPr>
              <a:t> paste the real code and error, not a summary; include everything relevant and nothing else</a:t>
            </a:r>
          </a:p>
        </p:txBody>
      </p:sp>
    </p:spTree>
    <p:extLst>
      <p:ext uri="{BB962C8B-B14F-4D97-AF65-F5344CB8AC3E}">
        <p14:creationId xmlns:p14="http://schemas.microsoft.com/office/powerpoint/2010/main" val="8331506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Why pasting more makes answers worse, and when to restart</a:t>
            </a:r>
          </a:p>
        </p:txBody>
      </p:sp>
      <p:sp>
        <p:nvSpPr>
          <p:cNvPr id="3" name="Text Placeholder 2"/>
          <p:cNvSpPr>
            <a:spLocks noGrp="1"/>
          </p:cNvSpPr>
          <p:nvPr>
            <p:ph type="body" idx="1"/>
          </p:nvPr>
        </p:nvSpPr>
        <p:spPr/>
        <p:txBody>
          <a:bodyPr/>
          <a:lstStyle/>
          <a:p>
            <a:r>
              <a:rPr lang="en-US" sz="1600" b="1" dirty="0">
                <a:solidFill>
                  <a:schemeClr val="accent2"/>
                </a:solidFill>
                <a:latin typeface="Consolas"/>
              </a:rPr>
              <a:t>//</a:t>
            </a:r>
            <a:r>
              <a:rPr lang="en-US" sz="1600" dirty="0">
                <a:solidFill>
                  <a:schemeClr val="tx2"/>
                </a:solidFill>
                <a:latin typeface="Consolas"/>
              </a:rPr>
              <a:t> part 2 · section 3 of 4</a:t>
            </a:r>
          </a:p>
          <a:p>
            <a:pPr>
              <a:spcBef>
                <a:spcPts val="600"/>
              </a:spcBef>
            </a:pPr>
            <a:r>
              <a:rPr lang="en-US" dirty="0"/>
              <a:t>Leaving things out on purpose, and starting fresh when a conversation goes in circles</a:t>
            </a:r>
          </a:p>
        </p:txBody>
      </p:sp>
    </p:spTree>
    <p:extLst>
      <p:ext uri="{BB962C8B-B14F-4D97-AF65-F5344CB8AC3E}">
        <p14:creationId xmlns:p14="http://schemas.microsoft.com/office/powerpoint/2010/main" val="19351064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More is not better: why</a:t>
            </a:r>
          </a:p>
        </p:txBody>
      </p:sp>
      <p:grpSp>
        <p:nvGrpSpPr>
          <p:cNvPr id="4" name="Stack diagram"/>
          <p:cNvGrpSpPr/>
          <p:nvPr/>
        </p:nvGrpSpPr>
        <p:grpSpPr>
          <a:xfrm>
            <a:off x="1143000" y="1508760"/>
            <a:ext cx="10408920" cy="2316480"/>
            <a:chOff x="1143000" y="1508760"/>
            <a:chExt cx="10408920" cy="2316480"/>
          </a:xfrm>
        </p:grpSpPr>
        <p:sp>
          <p:nvSpPr>
            <p:cNvPr id="5" name="Layer 1"/>
            <p:cNvSpPr/>
            <p:nvPr/>
          </p:nvSpPr>
          <p:spPr>
            <a:xfrm>
              <a:off x="1143000" y="1508760"/>
              <a:ext cx="10408920" cy="524256"/>
            </a:xfrm>
            <a:prstGeom prst="roundRect">
              <a:avLst>
                <a:gd name="adj" fmla="val 13953"/>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noAutofit/>
            </a:bodyPr>
            <a:lstStyle/>
            <a:p>
              <a:pPr algn="l">
                <a:tabLst>
                  <a:tab pos="10189464" algn="r"/>
                </a:tabLst>
              </a:pPr>
              <a:r>
                <a:rPr sz="2000">
                  <a:solidFill>
                    <a:schemeClr val="tx1"/>
                  </a:solidFill>
                </a:rPr>
                <a:t>Three files pasted "just in case"</a:t>
              </a:r>
              <a:r>
                <a:rPr sz="1600">
                  <a:solidFill>
                    <a:schemeClr val="accent1"/>
                  </a:solidFill>
                </a:rPr>
                <a:t>	noise</a:t>
              </a:r>
            </a:p>
          </p:txBody>
        </p:sp>
        <p:sp>
          <p:nvSpPr>
            <p:cNvPr id="6" name="Layer 2"/>
            <p:cNvSpPr/>
            <p:nvPr/>
          </p:nvSpPr>
          <p:spPr>
            <a:xfrm>
              <a:off x="1143000" y="2106168"/>
              <a:ext cx="10408920" cy="524256"/>
            </a:xfrm>
            <a:prstGeom prst="roundRect">
              <a:avLst>
                <a:gd name="adj" fmla="val 13953"/>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noAutofit/>
            </a:bodyPr>
            <a:lstStyle/>
            <a:p>
              <a:pPr algn="l">
                <a:tabLst>
                  <a:tab pos="10189464" algn="r"/>
                </a:tabLst>
              </a:pPr>
              <a:r>
                <a:rPr sz="2000">
                  <a:solidFill>
                    <a:schemeClr val="tx1"/>
                  </a:solidFill>
                </a:rPr>
                <a:t>Two attempts already abandoned in this conversation</a:t>
              </a:r>
              <a:r>
                <a:rPr sz="1600">
                  <a:solidFill>
                    <a:schemeClr val="accent1"/>
                  </a:solidFill>
                </a:rPr>
                <a:t>	noise</a:t>
              </a:r>
            </a:p>
          </p:txBody>
        </p:sp>
        <p:sp>
          <p:nvSpPr>
            <p:cNvPr id="7" name="Layer 3"/>
            <p:cNvSpPr/>
            <p:nvPr/>
          </p:nvSpPr>
          <p:spPr>
            <a:xfrm>
              <a:off x="1143000" y="2703576"/>
              <a:ext cx="10408920" cy="524256"/>
            </a:xfrm>
            <a:prstGeom prst="roundRect">
              <a:avLst>
                <a:gd name="adj" fmla="val 13953"/>
              </a:avLst>
            </a:prstGeom>
            <a:solidFill>
              <a:schemeClr val="accent1">
                <a:lumMod val="20000"/>
                <a:lumOff val="80000"/>
              </a:schemeClr>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noAutofit/>
            </a:bodyPr>
            <a:lstStyle/>
            <a:p>
              <a:pPr algn="l">
                <a:tabLst>
                  <a:tab pos="10189464" algn="r"/>
                </a:tabLst>
              </a:pPr>
              <a:r>
                <a:rPr sz="2000">
                  <a:solidFill>
                    <a:schemeClr val="tx1"/>
                  </a:solidFill>
                </a:rPr>
                <a:t>The four lines that actually decide the answer</a:t>
              </a:r>
              <a:r>
                <a:rPr sz="1600">
                  <a:solidFill>
                    <a:schemeClr val="accent1"/>
                  </a:solidFill>
                </a:rPr>
                <a:t>	signal</a:t>
              </a:r>
            </a:p>
          </p:txBody>
        </p:sp>
        <p:sp>
          <p:nvSpPr>
            <p:cNvPr id="8" name="Layer 4"/>
            <p:cNvSpPr/>
            <p:nvPr/>
          </p:nvSpPr>
          <p:spPr>
            <a:xfrm>
              <a:off x="1143000" y="3300984"/>
              <a:ext cx="10408920" cy="524256"/>
            </a:xfrm>
            <a:prstGeom prst="roundRect">
              <a:avLst>
                <a:gd name="adj" fmla="val 13953"/>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ctr">
              <a:noAutofit/>
            </a:bodyPr>
            <a:lstStyle/>
            <a:p>
              <a:pPr algn="l">
                <a:tabLst>
                  <a:tab pos="10189464" algn="r"/>
                </a:tabLst>
              </a:pPr>
              <a:r>
                <a:rPr sz="2000">
                  <a:solidFill>
                    <a:schemeClr val="tx1"/>
                  </a:solidFill>
                </a:rPr>
                <a:t>A 300-line log, of which one line matters</a:t>
              </a:r>
              <a:r>
                <a:rPr sz="1600">
                  <a:solidFill>
                    <a:schemeClr val="accent1"/>
                  </a:solidFill>
                </a:rPr>
                <a:t>	noise</a:t>
              </a:r>
            </a:p>
          </p:txBody>
        </p:sp>
      </p:grpSp>
      <p:sp>
        <p:nvSpPr>
          <p:cNvPr id="3" name="Content Placeholder 2"/>
          <p:cNvSpPr>
            <a:spLocks noGrp="1"/>
          </p:cNvSpPr>
          <p:nvPr>
            <p:ph idx="1"/>
          </p:nvPr>
        </p:nvSpPr>
        <p:spPr>
          <a:xfrm>
            <a:off x="1051560" y="4008120"/>
            <a:ext cx="10591800" cy="1231392"/>
          </a:xfrm>
        </p:spPr>
        <p:txBody>
          <a:bodyPr>
            <a:normAutofit lnSpcReduction="10000"/>
          </a:bodyPr>
          <a:lstStyle/>
          <a:p>
            <a:r>
              <a:t>The model must find the few lines that matter among everything you pasted; the more you paste, the more often it misses them</a:t>
            </a:r>
          </a:p>
          <a:p>
            <a:r>
              <a:t>Deciding what to leave out matters as much as deciding what to put in</a:t>
            </a:r>
          </a:p>
        </p:txBody>
      </p:sp>
    </p:spTree>
    <p:extLst>
      <p:ext uri="{BB962C8B-B14F-4D97-AF65-F5344CB8AC3E}">
        <p14:creationId xmlns:p14="http://schemas.microsoft.com/office/powerpoint/2010/main" val="3046009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Longer input, less reliable answers</a:t>
            </a:r>
          </a:p>
        </p:txBody>
      </p:sp>
      <p:graphicFrame>
        <p:nvGraphicFramePr>
          <p:cNvPr id="4" name="Chart 4" descr="Chart: accuracy at finding one fact as the input grows from 1K to 128K tokens. GPT-4o (1K: 98.1, 4K: 95.7, 8K: 89.2, 16K: 81.6, 32K: 69.7, 128K: 56.0); GPT-4.1 (1K: 95.6, 4K: 91.7, 8K: 87.5, 16K: 84.9, 32K: 79.8, 128K: 64.7)"/>
          <p:cNvGraphicFramePr>
            <a:graphicFrameLocks noGrp="1"/>
          </p:cNvGraphicFramePr>
          <p:nvPr/>
        </p:nvGraphicFramePr>
        <p:xfrm>
          <a:off x="1143000" y="1508760"/>
          <a:ext cx="10408920" cy="3276600"/>
        </p:xfrm>
        <a:graphic>
          <a:graphicData uri="http://schemas.openxmlformats.org/drawingml/2006/chart">
            <c:chart xmlns:c="http://schemas.openxmlformats.org/drawingml/2006/chart" xmlns:r="http://schemas.openxmlformats.org/officeDocument/2006/relationships" r:id="rId3"/>
          </a:graphicData>
        </a:graphic>
      </p:graphicFrame>
      <p:sp>
        <p:nvSpPr>
          <p:cNvPr id="5" name="Chart source 5"/>
          <p:cNvSpPr txBox="1"/>
          <p:nvPr/>
        </p:nvSpPr>
        <p:spPr>
          <a:xfrm>
            <a:off x="1143000" y="4785360"/>
            <a:ext cx="10408920" cy="292608"/>
          </a:xfrm>
          <a:prstGeom prst="rect">
            <a:avLst/>
          </a:prstGeom>
          <a:noFill/>
        </p:spPr>
        <p:txBody>
          <a:bodyPr wrap="square" tIns="0" bIns="0">
            <a:spAutoFit/>
          </a:bodyPr>
          <a:lstStyle/>
          <a:p>
            <a:pPr algn="l"/>
            <a:r>
              <a:rPr sz="1100">
                <a:solidFill>
                  <a:schemeClr val="tx2"/>
                </a:solidFill>
                <a:latin typeface="Consolas"/>
              </a:rPr>
              <a:t>// source: NoLiMa, Adobe Research, ICML 2025 (GPT-4.1 from its repository)</a:t>
            </a:r>
          </a:p>
        </p:txBody>
      </p:sp>
      <p:sp>
        <p:nvSpPr>
          <p:cNvPr id="3" name="Content Placeholder 2"/>
          <p:cNvSpPr>
            <a:spLocks noGrp="1"/>
          </p:cNvSpPr>
          <p:nvPr>
            <p:ph idx="1"/>
          </p:nvPr>
        </p:nvSpPr>
        <p:spPr>
          <a:xfrm>
            <a:off x="1051560" y="5260848"/>
            <a:ext cx="10591800" cy="1094232"/>
          </a:xfrm>
        </p:spPr>
        <p:txBody>
          <a:bodyPr>
            <a:normAutofit fontScale="92500" lnSpcReduction="20000"/>
          </a:bodyPr>
          <a:lstStyle/>
          <a:p>
            <a:r>
              <a:t>In Chroma's 2025 tests, every model answered better from a short ~300-token prompt holding just the relevant part than from the full ~113K-token conversation</a:t>
            </a:r>
          </a:p>
          <a:p>
            <a:pPr marL="0" indent="0">
              <a:buNone/>
            </a:pPr>
            <a:r>
              <a:rPr sz="1400" b="1">
                <a:solidFill>
                  <a:schemeClr val="accent2"/>
                </a:solidFill>
                <a:latin typeface="Consolas"/>
              </a:rPr>
              <a:t>//</a:t>
            </a:r>
            <a:r>
              <a:rPr sz="1400">
                <a:solidFill>
                  <a:schemeClr val="tx2"/>
                </a:solidFill>
                <a:latin typeface="Consolas"/>
              </a:rPr>
              <a:t> in 2023 models often missed facts in the middle of long input; that is less true now, but longer input still gives worse answers</a:t>
            </a:r>
          </a:p>
        </p:txBody>
      </p:sp>
    </p:spTree>
    <p:extLst>
      <p:ext uri="{BB962C8B-B14F-4D97-AF65-F5344CB8AC3E}">
        <p14:creationId xmlns:p14="http://schemas.microsoft.com/office/powerpoint/2010/main" val="554097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The thread is context too</a:t>
            </a:r>
          </a:p>
        </p:txBody>
      </p:sp>
      <p:sp>
        <p:nvSpPr>
          <p:cNvPr id="3" name="Content Placeholder 2"/>
          <p:cNvSpPr>
            <a:spLocks noGrp="1"/>
          </p:cNvSpPr>
          <p:nvPr>
            <p:ph idx="1"/>
          </p:nvPr>
        </p:nvSpPr>
        <p:spPr>
          <a:xfrm>
            <a:off x="1051560" y="1508760"/>
            <a:ext cx="10591800" cy="4846320"/>
          </a:xfrm>
        </p:spPr>
        <p:txBody>
          <a:bodyPr>
            <a:normAutofit/>
          </a:bodyPr>
          <a:lstStyle/>
          <a:p>
            <a:r>
              <a:t>Every turn stays in the window: your questions, its answers, and every attempt you rejected</a:t>
            </a:r>
          </a:p>
          <a:p>
            <a:r>
              <a:t>The model cannot tell which ideas you have given up on. A rejected attempt still influences it as if it were current</a:t>
            </a:r>
          </a:p>
          <a:p>
            <a:r>
              <a:t>Correct the model, and the wrong version is still there, beside the correction</a:t>
            </a:r>
          </a:p>
          <a:p>
            <a:r>
              <a:t>When the window is full, assistants replace the conversation with a summary, and anything the summary leaves out is lost</a:t>
            </a:r>
          </a:p>
          <a:p>
            <a:pPr marL="0" indent="0">
              <a:buNone/>
            </a:pPr>
            <a:r>
              <a:rPr sz="1400" b="1">
                <a:solidFill>
                  <a:schemeClr val="accent2"/>
                </a:solidFill>
                <a:latin typeface="Consolas"/>
              </a:rPr>
              <a:t>//</a:t>
            </a:r>
            <a:r>
              <a:rPr sz="1400">
                <a:solidFill>
                  <a:schemeClr val="tx2"/>
                </a:solidFill>
                <a:latin typeface="Consolas"/>
              </a:rPr>
              <a:t> a long conversation slowly fills up with old attempts you no longer want the model to use</a:t>
            </a:r>
          </a:p>
        </p:txBody>
      </p:sp>
    </p:spTree>
    <p:extLst>
      <p:ext uri="{BB962C8B-B14F-4D97-AF65-F5344CB8AC3E}">
        <p14:creationId xmlns:p14="http://schemas.microsoft.com/office/powerpoint/2010/main" val="586435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Predict: the thread is going in circles</a:t>
            </a:r>
          </a:p>
        </p:txBody>
      </p:sp>
      <p:sp>
        <p:nvSpPr>
          <p:cNvPr id="3" name="Content Placeholder 2"/>
          <p:cNvSpPr>
            <a:spLocks noGrp="1"/>
          </p:cNvSpPr>
          <p:nvPr>
            <p:ph idx="1"/>
          </p:nvPr>
        </p:nvSpPr>
        <p:spPr>
          <a:xfrm>
            <a:off x="1051560" y="1508760"/>
            <a:ext cx="10591800" cy="4846320"/>
          </a:xfrm>
        </p:spPr>
        <p:txBody>
          <a:bodyPr>
            <a:normAutofit/>
          </a:bodyPr>
          <a:lstStyle/>
          <a:p>
            <a:pPr marL="0" indent="0">
              <a:buNone/>
            </a:pPr>
            <a:r>
              <a:t>Forty minutes in, and each answer is a variation on the last one.</a:t>
            </a:r>
          </a:p>
          <a:p>
            <a:r>
              <a:t>Push on: it is nearly there</a:t>
            </a:r>
          </a:p>
          <a:p>
            <a:r>
              <a:t>Switch to a bigger model</a:t>
            </a:r>
          </a:p>
          <a:p>
            <a:r>
              <a:t>New conversation, carrying only the context that turned out to matter</a:t>
            </a:r>
          </a:p>
          <a:p>
            <a:r>
              <a:t>Raise the temperature for a fresh angle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Start again, carry the good context</a:t>
            </a:r>
          </a:p>
        </p:txBody>
      </p:sp>
      <p:sp>
        <p:nvSpPr>
          <p:cNvPr id="4" name="Prompt 4" descr="Prompt, good"/>
          <p:cNvSpPr/>
          <p:nvPr/>
        </p:nvSpPr>
        <p:spPr>
          <a:xfrm>
            <a:off x="1143000" y="1508760"/>
            <a:ext cx="10408920" cy="2449576"/>
          </a:xfrm>
          <a:prstGeom prst="roundRect">
            <a:avLst>
              <a:gd name="adj" fmla="val 2613"/>
            </a:avLst>
          </a:prstGeom>
          <a:solidFill>
            <a:schemeClr val="accent3">
              <a:lumMod val="10000"/>
              <a:lumOff val="90000"/>
            </a:schemeClr>
          </a:solidFill>
          <a:ln w="15875">
            <a:solidFill>
              <a:schemeClr val="accent3"/>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t">
            <a:noAutofit/>
          </a:bodyPr>
          <a:lstStyle/>
          <a:p>
            <a:pPr algn="l">
              <a:spcAft>
                <a:spcPts val="400"/>
              </a:spcAft>
            </a:pPr>
            <a:r>
              <a:rPr sz="1100" b="1" spc="100">
                <a:solidFill>
                  <a:schemeClr val="accent3"/>
                </a:solidFill>
                <a:latin typeface="Consolas"/>
              </a:rPr>
              <a:t>PROMPT</a:t>
            </a:r>
          </a:p>
          <a:p>
            <a:pPr algn="l">
              <a:lnSpc>
                <a:spcPct val="100000"/>
              </a:lnSpc>
            </a:pPr>
            <a:r>
              <a:rPr sz="2200">
                <a:solidFill>
                  <a:schemeClr val="tx1"/>
                </a:solidFill>
                <a:latin typeface="Consolas"/>
              </a:rPr>
              <a:t>New conversation. Here are order_total, its test, and the fixture it uses.</a:t>
            </a:r>
          </a:p>
          <a:p>
            <a:pPr algn="l">
              <a:lnSpc>
                <a:spcPct val="100000"/>
              </a:lnSpc>
            </a:pPr>
            <a:r>
              <a:rPr sz="2200">
                <a:solidFill>
                  <a:schemeClr val="tx1"/>
                </a:solidFill>
                <a:latin typeface="Consolas"/>
              </a:rPr>
              <a:t>A default value was already tried and is wrong: the test then fails as 0 == 10.0.</a:t>
            </a:r>
          </a:p>
          <a:p>
            <a:pPr algn="l">
              <a:lnSpc>
                <a:spcPct val="100000"/>
              </a:lnSpc>
            </a:pPr>
            <a:r>
              <a:rPr sz="2200">
                <a:solidFill>
                  <a:schemeClr val="tx1"/>
                </a:solidFill>
                <a:latin typeface="Consolas"/>
              </a:rPr>
              <a:t>Propose the minimal fix, and state which key name you treat as canonical.</a:t>
            </a:r>
          </a:p>
        </p:txBody>
      </p:sp>
      <p:sp>
        <p:nvSpPr>
          <p:cNvPr id="3" name="Content Placeholder 2"/>
          <p:cNvSpPr>
            <a:spLocks noGrp="1"/>
          </p:cNvSpPr>
          <p:nvPr>
            <p:ph idx="1"/>
          </p:nvPr>
        </p:nvSpPr>
        <p:spPr>
          <a:xfrm>
            <a:off x="1051560" y="4141216"/>
            <a:ext cx="10591800" cy="2042160"/>
          </a:xfrm>
        </p:spPr>
        <p:txBody>
          <a:bodyPr>
            <a:normAutofit lnSpcReduction="10000"/>
          </a:bodyPr>
          <a:lstStyle/>
          <a:p>
            <a:r>
              <a:t>What you carry: the code, the failing test, and what was </a:t>
            </a:r>
            <a:r>
              <a:rPr b="1"/>
              <a:t>ruled out</a:t>
            </a:r>
          </a:p>
          <a:p>
            <a:r>
              <a:t>What you leave behind: forty minutes of failed attempts that were still influencing every answer</a:t>
            </a:r>
          </a:p>
          <a:p>
            <a:r>
              <a:t>The last line forces the model to say which key name it chose, instead of choosing silently</a:t>
            </a:r>
          </a:p>
        </p:txBody>
      </p:sp>
    </p:spTree>
    <p:extLst>
      <p:ext uri="{BB962C8B-B14F-4D97-AF65-F5344CB8AC3E}">
        <p14:creationId xmlns:p14="http://schemas.microsoft.com/office/powerpoint/2010/main" val="2988203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The best context is executable</a:t>
            </a:r>
          </a:p>
        </p:txBody>
      </p:sp>
      <p:sp>
        <p:nvSpPr>
          <p:cNvPr id="4" name="Code 4" descr="Code, python"/>
          <p:cNvSpPr/>
          <p:nvPr/>
        </p:nvSpPr>
        <p:spPr>
          <a:xfrm>
            <a:off x="1143000" y="1508760"/>
            <a:ext cx="9753600" cy="914399"/>
          </a:xfrm>
          <a:prstGeom prst="roundRect">
            <a:avLst>
              <a:gd name="adj" fmla="val 8000"/>
            </a:avLst>
          </a:prstGeom>
          <a:solidFill>
            <a:srgbClr val="16222E"/>
          </a:solidFill>
          <a:ln>
            <a:noFill/>
          </a:ln>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noAutofit/>
          </a:bodyPr>
          <a:lstStyle/>
          <a:p>
            <a:pPr algn="l">
              <a:lnSpc>
                <a:spcPct val="100000"/>
              </a:lnSpc>
              <a:spcBef>
                <a:spcPts val="0"/>
              </a:spcBef>
            </a:pPr>
            <a:r>
              <a:rPr sz="2400">
                <a:solidFill>
                  <a:srgbClr val="7FB4D8"/>
                </a:solidFill>
                <a:latin typeface="Consolas"/>
              </a:rPr>
              <a:t>def</a:t>
            </a:r>
            <a:r>
              <a:rPr sz="2400">
                <a:solidFill>
                  <a:srgbClr val="E8ECF1"/>
                </a:solidFill>
                <a:latin typeface="Consolas"/>
              </a:rPr>
              <a:t> </a:t>
            </a:r>
            <a:r>
              <a:rPr sz="2400">
                <a:solidFill>
                  <a:srgbClr val="A8D3EE"/>
                </a:solidFill>
                <a:latin typeface="Consolas"/>
              </a:rPr>
              <a:t>test_parse_date_day_first</a:t>
            </a:r>
            <a:r>
              <a:rPr sz="2400">
                <a:solidFill>
                  <a:srgbClr val="E8ECF1"/>
                </a:solidFill>
                <a:latin typeface="Consolas"/>
              </a:rPr>
              <a:t>():</a:t>
            </a:r>
          </a:p>
          <a:p>
            <a:pPr algn="l">
              <a:lnSpc>
                <a:spcPct val="100000"/>
              </a:lnSpc>
              <a:spcBef>
                <a:spcPts val="0"/>
              </a:spcBef>
            </a:pPr>
            <a:r>
              <a:rPr sz="2400">
                <a:solidFill>
                  <a:srgbClr val="E8ECF1"/>
                </a:solidFill>
                <a:latin typeface="Consolas"/>
              </a:rPr>
              <a:t>    </a:t>
            </a:r>
            <a:r>
              <a:rPr sz="2400">
                <a:solidFill>
                  <a:srgbClr val="7FB4D8"/>
                </a:solidFill>
                <a:latin typeface="Consolas"/>
              </a:rPr>
              <a:t>assert</a:t>
            </a:r>
            <a:r>
              <a:rPr sz="2400">
                <a:solidFill>
                  <a:srgbClr val="E8ECF1"/>
                </a:solidFill>
                <a:latin typeface="Consolas"/>
              </a:rPr>
              <a:t> parse_date(</a:t>
            </a:r>
            <a:r>
              <a:rPr sz="2400">
                <a:solidFill>
                  <a:srgbClr val="F0B26B"/>
                </a:solidFill>
                <a:latin typeface="Consolas"/>
              </a:rPr>
              <a:t>"12/08/2026"</a:t>
            </a:r>
            <a:r>
              <a:rPr sz="2400">
                <a:solidFill>
                  <a:srgbClr val="E8ECF1"/>
                </a:solidFill>
                <a:latin typeface="Consolas"/>
              </a:rPr>
              <a:t>) == date(</a:t>
            </a:r>
            <a:r>
              <a:rPr sz="2400">
                <a:solidFill>
                  <a:srgbClr val="C9A7F2"/>
                </a:solidFill>
                <a:latin typeface="Consolas"/>
              </a:rPr>
              <a:t>2026</a:t>
            </a:r>
            <a:r>
              <a:rPr sz="2400">
                <a:solidFill>
                  <a:srgbClr val="E8ECF1"/>
                </a:solidFill>
                <a:latin typeface="Consolas"/>
              </a:rPr>
              <a:t>, </a:t>
            </a:r>
            <a:r>
              <a:rPr sz="2400">
                <a:solidFill>
                  <a:srgbClr val="C9A7F2"/>
                </a:solidFill>
                <a:latin typeface="Consolas"/>
              </a:rPr>
              <a:t>8</a:t>
            </a:r>
            <a:r>
              <a:rPr sz="2400">
                <a:solidFill>
                  <a:srgbClr val="E8ECF1"/>
                </a:solidFill>
                <a:latin typeface="Consolas"/>
              </a:rPr>
              <a:t>, </a:t>
            </a:r>
            <a:r>
              <a:rPr sz="2400">
                <a:solidFill>
                  <a:srgbClr val="C9A7F2"/>
                </a:solidFill>
                <a:latin typeface="Consolas"/>
              </a:rPr>
              <a:t>12</a:t>
            </a:r>
            <a:r>
              <a:rPr sz="2400">
                <a:solidFill>
                  <a:srgbClr val="E8ECF1"/>
                </a:solidFill>
                <a:latin typeface="Consolas"/>
              </a:rPr>
              <a:t>)</a:t>
            </a:r>
          </a:p>
        </p:txBody>
      </p:sp>
      <p:sp>
        <p:nvSpPr>
          <p:cNvPr id="3" name="Content Placeholder 2"/>
          <p:cNvSpPr>
            <a:spLocks noGrp="1"/>
          </p:cNvSpPr>
          <p:nvPr>
            <p:ph idx="1"/>
          </p:nvPr>
        </p:nvSpPr>
        <p:spPr>
          <a:xfrm>
            <a:off x="1051560" y="2606039"/>
            <a:ext cx="10591800" cy="2386584"/>
          </a:xfrm>
        </p:spPr>
        <p:txBody>
          <a:bodyPr>
            <a:normAutofit/>
          </a:bodyPr>
          <a:lstStyle/>
          <a:p>
            <a:r>
              <a:t>These two lines give an </a:t>
            </a:r>
            <a:r>
              <a:rPr b="1"/>
              <a:t>example</a:t>
            </a:r>
            <a:r>
              <a:t>, a rule, and a fact the model could not know: dates here are day first</a:t>
            </a:r>
          </a:p>
          <a:p>
            <a:r>
              <a:t>Prose can be read two ways. A test can only pass or fail</a:t>
            </a:r>
          </a:p>
          <a:p>
            <a:r>
              <a:t>Write the test first, then ask for code that passes it. You stop judging code by how it looks and check whether it passes</a:t>
            </a:r>
          </a:p>
          <a:p>
            <a:pPr marL="0" indent="0">
              <a:buNone/>
            </a:pPr>
            <a:r>
              <a:rPr sz="1400" b="1">
                <a:solidFill>
                  <a:schemeClr val="accent2"/>
                </a:solidFill>
                <a:latin typeface="Consolas"/>
              </a:rPr>
              <a:t>//</a:t>
            </a:r>
            <a:r>
              <a:rPr sz="1400">
                <a:solidFill>
                  <a:schemeClr val="tx2"/>
                </a:solidFill>
                <a:latin typeface="Consolas"/>
              </a:rPr>
              <a:t> a test written after the code only checks what the code already does, bugs included</a:t>
            </a:r>
          </a:p>
        </p:txBody>
      </p:sp>
    </p:spTree>
    <p:extLst>
      <p:ext uri="{BB962C8B-B14F-4D97-AF65-F5344CB8AC3E}">
        <p14:creationId xmlns:p14="http://schemas.microsoft.com/office/powerpoint/2010/main" val="4089790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Three ways an answer goes wrong</a:t>
            </a:r>
          </a:p>
        </p:txBody>
      </p:sp>
      <p:graphicFrame>
        <p:nvGraphicFramePr>
          <p:cNvPr id="4" name="Table 4"/>
          <p:cNvGraphicFramePr>
            <a:graphicFrameLocks noGrp="1"/>
          </p:cNvGraphicFramePr>
          <p:nvPr/>
        </p:nvGraphicFramePr>
        <p:xfrm>
          <a:off x="1143000" y="1508760"/>
          <a:ext cx="10408920" cy="2526792"/>
        </p:xfrm>
        <a:graphic>
          <a:graphicData uri="http://schemas.openxmlformats.org/drawingml/2006/table">
            <a:tbl>
              <a:tblPr>
                <a:tableStyleId>{2D5ABB26-0587-4C30-8999-92F81FD0307C}</a:tableStyleId>
              </a:tblPr>
              <a:tblGrid>
                <a:gridCol w="2370348">
                  <a:extLst>
                    <a:ext uri="{9D8B030D-6E8A-4147-A177-3AD203B41FA5}">
                      <a16:colId xmlns:a16="http://schemas.microsoft.com/office/drawing/2014/main" val="20000"/>
                    </a:ext>
                  </a:extLst>
                </a:gridCol>
                <a:gridCol w="4328461">
                  <a:extLst>
                    <a:ext uri="{9D8B030D-6E8A-4147-A177-3AD203B41FA5}">
                      <a16:colId xmlns:a16="http://schemas.microsoft.com/office/drawing/2014/main" val="20001"/>
                    </a:ext>
                  </a:extLst>
                </a:gridCol>
                <a:gridCol w="3710111">
                  <a:extLst>
                    <a:ext uri="{9D8B030D-6E8A-4147-A177-3AD203B41FA5}">
                      <a16:colId xmlns:a16="http://schemas.microsoft.com/office/drawing/2014/main" val="20002"/>
                    </a:ext>
                  </a:extLst>
                </a:gridCol>
              </a:tblGrid>
              <a:tr h="368807">
                <a:tc>
                  <a:txBody>
                    <a:bodyPr/>
                    <a:lstStyle/>
                    <a:p>
                      <a:r>
                        <a:rPr sz="1700" b="1">
                          <a:solidFill>
                            <a:schemeClr val="accent1"/>
                          </a:solidFill>
                          <a:latin typeface="Consolas"/>
                        </a:rPr>
                        <a:t>The gap</a:t>
                      </a:r>
                    </a:p>
                  </a:txBody>
                  <a:tcPr marL="73152" marR="73152" marT="54864" marB="54864">
                    <a:lnB w="19050">
                      <a:solidFill>
                        <a:schemeClr val="tx1"/>
                      </a:solidFill>
                    </a:lnB>
                    <a:noFill/>
                  </a:tcPr>
                </a:tc>
                <a:tc>
                  <a:txBody>
                    <a:bodyPr/>
                    <a:lstStyle/>
                    <a:p>
                      <a:r>
                        <a:rPr sz="1700" b="1">
                          <a:solidFill>
                            <a:schemeClr val="accent1"/>
                          </a:solidFill>
                          <a:latin typeface="Consolas"/>
                        </a:rPr>
                        <a:t>What it looks like</a:t>
                      </a:r>
                    </a:p>
                  </a:txBody>
                  <a:tcPr marL="73152" marR="73152" marT="54864" marB="54864">
                    <a:lnB w="19050">
                      <a:solidFill>
                        <a:schemeClr val="tx1"/>
                      </a:solidFill>
                    </a:lnB>
                    <a:noFill/>
                  </a:tcPr>
                </a:tc>
                <a:tc>
                  <a:txBody>
                    <a:bodyPr/>
                    <a:lstStyle/>
                    <a:p>
                      <a:r>
                        <a:rPr sz="1700" b="1">
                          <a:solidFill>
                            <a:schemeClr val="accent1"/>
                          </a:solidFill>
                          <a:latin typeface="Consolas"/>
                        </a:rPr>
                        <a:t>The fix</a:t>
                      </a:r>
                    </a:p>
                  </a:txBody>
                  <a:tcPr marL="73152" marR="73152" marT="54864" marB="54864">
                    <a:lnB w="19050">
                      <a:solidFill>
                        <a:schemeClr val="tx1"/>
                      </a:solidFill>
                    </a:lnB>
                    <a:noFill/>
                  </a:tcPr>
                </a:tc>
                <a:extLst>
                  <a:ext uri="{0D108BD9-81ED-4DB2-BD59-A6C34878D82A}">
                    <a16:rowId xmlns:a16="http://schemas.microsoft.com/office/drawing/2014/main" val="10000"/>
                  </a:ext>
                </a:extLst>
              </a:tr>
              <a:tr h="414528">
                <a:tc>
                  <a:txBody>
                    <a:bodyPr/>
                    <a:lstStyle/>
                    <a:p>
                      <a:r>
                        <a:rPr sz="2000" b="1">
                          <a:solidFill>
                            <a:schemeClr val="tx1"/>
                          </a:solidFill>
                        </a:rPr>
                        <a:t>Under-specified</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Code that looks fine but is full of choices you never made</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tc>
                  <a:txBody>
                    <a:bodyPr/>
                    <a:lstStyle/>
                    <a:p>
                      <a:r>
                        <a:rPr sz="2000">
                          <a:solidFill>
                            <a:schemeClr val="tx1"/>
                          </a:solidFill>
                        </a:rPr>
                        <a:t>Make the decision yourself: add one line to the prompt</a:t>
                      </a:r>
                    </a:p>
                  </a:txBody>
                  <a:tcPr marL="73152" marR="73152" marT="54864" marB="54864">
                    <a:lnT w="19050" cap="flat" cmpd="sng" algn="ctr">
                      <a:solidFill>
                        <a:schemeClr val="tx1"/>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1"/>
                  </a:ext>
                </a:extLst>
              </a:tr>
              <a:tr h="414528">
                <a:tc>
                  <a:txBody>
                    <a:bodyPr/>
                    <a:lstStyle/>
                    <a:p>
                      <a:r>
                        <a:rPr sz="2000" b="1">
                          <a:solidFill>
                            <a:schemeClr val="tx1"/>
                          </a:solidFill>
                        </a:rPr>
                        <a:t>Under-informed</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Sounds right but is wrong for your code; rewording does not help</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tc>
                  <a:txBody>
                    <a:bodyPr/>
                    <a:lstStyle/>
                    <a:p>
                      <a:r>
                        <a:rPr sz="2000">
                          <a:solidFill>
                            <a:schemeClr val="tx1"/>
                          </a:solidFill>
                        </a:rPr>
                        <a:t>Put the file, the error, the test in the window</a:t>
                      </a:r>
                    </a:p>
                  </a:txBody>
                  <a:tcPr marL="73152" marR="73152" marT="54864" marB="54864">
                    <a:lnT w="9525" cap="flat" cmpd="sng" algn="ctr">
                      <a:solidFill>
                        <a:srgbClr val="DED8C9"/>
                      </a:solidFill>
                      <a:prstDash val="solid"/>
                      <a:round/>
                      <a:headEnd type="none" w="med" len="med"/>
                      <a:tailEnd type="none" w="med" len="med"/>
                    </a:lnT>
                    <a:lnB w="9525">
                      <a:solidFill>
                        <a:srgbClr val="DED8C9"/>
                      </a:solidFill>
                    </a:lnB>
                    <a:noFill/>
                  </a:tcPr>
                </a:tc>
                <a:extLst>
                  <a:ext uri="{0D108BD9-81ED-4DB2-BD59-A6C34878D82A}">
                    <a16:rowId xmlns:a16="http://schemas.microsoft.com/office/drawing/2014/main" val="10002"/>
                  </a:ext>
                </a:extLst>
              </a:tr>
              <a:tr h="414528">
                <a:tc>
                  <a:txBody>
                    <a:bodyPr/>
                    <a:lstStyle/>
                    <a:p>
                      <a:r>
                        <a:rPr sz="2000" b="1">
                          <a:solidFill>
                            <a:schemeClr val="tx1"/>
                          </a:solidFill>
                        </a:rPr>
                        <a:t>Over-loaded</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Generic, vague, or fixated on the wrong part</a:t>
                      </a:r>
                    </a:p>
                  </a:txBody>
                  <a:tcPr marL="73152" marR="73152" marT="54864" marB="54864">
                    <a:lnT w="9525" cap="flat" cmpd="sng" algn="ctr">
                      <a:solidFill>
                        <a:srgbClr val="DED8C9"/>
                      </a:solidFill>
                      <a:prstDash val="solid"/>
                      <a:round/>
                      <a:headEnd type="none" w="med" len="med"/>
                      <a:tailEnd type="none" w="med" len="med"/>
                    </a:lnT>
                    <a:noFill/>
                  </a:tcPr>
                </a:tc>
                <a:tc>
                  <a:txBody>
                    <a:bodyPr/>
                    <a:lstStyle/>
                    <a:p>
                      <a:r>
                        <a:rPr sz="2000">
                          <a:solidFill>
                            <a:schemeClr val="tx1"/>
                          </a:solidFill>
                        </a:rPr>
                        <a:t>Remove what is not needed</a:t>
                      </a:r>
                    </a:p>
                  </a:txBody>
                  <a:tcPr marL="73152" marR="73152" marT="54864" marB="54864">
                    <a:lnT w="9525" cap="flat" cmpd="sng" algn="ctr">
                      <a:solidFill>
                        <a:srgbClr val="DED8C9"/>
                      </a:solidFill>
                      <a:prstDash val="solid"/>
                      <a:round/>
                      <a:headEnd type="none" w="med" len="med"/>
                      <a:tailEnd type="none" w="med" len="med"/>
                    </a:lnT>
                    <a:noFill/>
                  </a:tcPr>
                </a:tc>
                <a:extLst>
                  <a:ext uri="{0D108BD9-81ED-4DB2-BD59-A6C34878D82A}">
                    <a16:rowId xmlns:a16="http://schemas.microsoft.com/office/drawing/2014/main" val="10003"/>
                  </a:ext>
                </a:extLst>
              </a:tr>
            </a:tbl>
          </a:graphicData>
        </a:graphic>
      </p:graphicFrame>
      <p:sp>
        <p:nvSpPr>
          <p:cNvPr id="5" name="Callout 5" descr="Callout"/>
          <p:cNvSpPr/>
          <p:nvPr/>
        </p:nvSpPr>
        <p:spPr>
          <a:xfrm>
            <a:off x="1143000" y="4218431"/>
            <a:ext cx="10408920" cy="829056"/>
          </a:xfrm>
          <a:prstGeom prst="roundRect">
            <a:avLst>
              <a:gd name="adj" fmla="val 7720"/>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sz="2000">
                <a:solidFill>
                  <a:schemeClr val="tx1"/>
                </a:solidFill>
              </a:rPr>
              <a:t>Asking "bad wording or missing information?" tells the first two apart. The third, pasting too much, is rarely suspected because it feels like being thorough.</a:t>
            </a:r>
          </a:p>
        </p:txBody>
      </p:sp>
    </p:spTree>
    <p:extLst>
      <p:ext uri="{BB962C8B-B14F-4D97-AF65-F5344CB8AC3E}">
        <p14:creationId xmlns:p14="http://schemas.microsoft.com/office/powerpoint/2010/main" val="10306475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Common mistakes</a:t>
            </a:r>
          </a:p>
        </p:txBody>
      </p:sp>
      <p:sp>
        <p:nvSpPr>
          <p:cNvPr id="3" name="Text Placeholder 2"/>
          <p:cNvSpPr>
            <a:spLocks noGrp="1"/>
          </p:cNvSpPr>
          <p:nvPr>
            <p:ph type="body" idx="1"/>
          </p:nvPr>
        </p:nvSpPr>
        <p:spPr/>
        <p:txBody>
          <a:bodyPr/>
          <a:lstStyle/>
          <a:p>
            <a:r>
              <a:t>When you ask</a:t>
            </a:r>
          </a:p>
        </p:txBody>
      </p:sp>
      <p:sp>
        <p:nvSpPr>
          <p:cNvPr id="4" name="Content Placeholder 3"/>
          <p:cNvSpPr>
            <a:spLocks noGrp="1"/>
          </p:cNvSpPr>
          <p:nvPr>
            <p:ph sz="half" idx="2"/>
          </p:nvPr>
        </p:nvSpPr>
        <p:spPr>
          <a:xfrm>
            <a:off x="1051560" y="2148840"/>
            <a:ext cx="5067300" cy="4206240"/>
          </a:xfrm>
        </p:spPr>
        <p:txBody>
          <a:bodyPr>
            <a:normAutofit/>
          </a:bodyPr>
          <a:lstStyle/>
          <a:p>
            <a:r>
              <a:t>Adding adjectives instead of </a:t>
            </a:r>
            <a:r>
              <a:rPr b="1"/>
              <a:t>decisions</a:t>
            </a:r>
            <a:r>
              <a:t>: "robust" tells the model nothing specific</a:t>
            </a:r>
          </a:p>
          <a:p>
            <a:r>
              <a:t>Using a technique (persona, step by step, examples) without a problem it fixes</a:t>
            </a:r>
          </a:p>
          <a:p>
            <a:r>
              <a:t>Accepting a large change because the fix is somewhere inside it</a:t>
            </a:r>
          </a:p>
          <a:p>
            <a:r>
              <a:t>Telling the model "you are an expert" to get more accurate answers</a:t>
            </a:r>
          </a:p>
        </p:txBody>
      </p:sp>
      <p:sp>
        <p:nvSpPr>
          <p:cNvPr id="5" name="Text Placeholder 4"/>
          <p:cNvSpPr>
            <a:spLocks noGrp="1"/>
          </p:cNvSpPr>
          <p:nvPr>
            <p:ph type="body" sz="quarter" idx="3"/>
          </p:nvPr>
        </p:nvSpPr>
        <p:spPr/>
        <p:txBody>
          <a:bodyPr/>
          <a:lstStyle/>
          <a:p>
            <a:r>
              <a:t>When you give the model context</a:t>
            </a:r>
          </a:p>
        </p:txBody>
      </p:sp>
      <p:sp>
        <p:nvSpPr>
          <p:cNvPr id="6" name="Content Placeholder 5"/>
          <p:cNvSpPr>
            <a:spLocks noGrp="1"/>
          </p:cNvSpPr>
          <p:nvPr>
            <p:ph sz="quarter" idx="4"/>
          </p:nvPr>
        </p:nvSpPr>
        <p:spPr>
          <a:xfrm>
            <a:off x="6576060" y="2148840"/>
            <a:ext cx="5067300" cy="4206240"/>
          </a:xfrm>
        </p:spPr>
        <p:txBody>
          <a:bodyPr>
            <a:normAutofit/>
          </a:bodyPr>
          <a:lstStyle/>
          <a:p>
            <a:r>
              <a:t>Rewording when the real problem is missing information</a:t>
            </a:r>
          </a:p>
          <a:p>
            <a:r>
              <a:t>Pasting far more than the question needs</a:t>
            </a:r>
          </a:p>
          <a:p>
            <a:r>
              <a:t>Paraphrasing the error instead of pasting it verbatim</a:t>
            </a:r>
          </a:p>
          <a:p>
            <a:r>
              <a:t>Assuming the model can see the project because it is open</a:t>
            </a:r>
          </a:p>
          <a:p>
            <a:r>
              <a:t>Staying in a long conversation full of failed attempts</a:t>
            </a:r>
          </a:p>
        </p:txBody>
      </p:sp>
    </p:spTree>
    <p:extLst>
      <p:ext uri="{BB962C8B-B14F-4D97-AF65-F5344CB8AC3E}">
        <p14:creationId xmlns:p14="http://schemas.microsoft.com/office/powerpoint/2010/main" val="355565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From ChatGPT to agents: where prompting is now</a:t>
            </a:r>
          </a:p>
        </p:txBody>
      </p:sp>
      <p:sp>
        <p:nvSpPr>
          <p:cNvPr id="3" name="Text Placeholder 2"/>
          <p:cNvSpPr>
            <a:spLocks noGrp="1"/>
          </p:cNvSpPr>
          <p:nvPr>
            <p:ph type="body" idx="1"/>
          </p:nvPr>
        </p:nvSpPr>
        <p:spPr/>
        <p:txBody>
          <a:bodyPr/>
          <a:lstStyle/>
          <a:p>
            <a:r>
              <a:rPr lang="en-US" sz="1600" b="1" dirty="0">
                <a:solidFill>
                  <a:schemeClr val="accent2"/>
                </a:solidFill>
                <a:latin typeface="Consolas"/>
              </a:rPr>
              <a:t>//</a:t>
            </a:r>
            <a:r>
              <a:rPr lang="en-US" sz="1600" dirty="0">
                <a:solidFill>
                  <a:schemeClr val="tx2"/>
                </a:solidFill>
                <a:latin typeface="Consolas"/>
              </a:rPr>
              <a:t> part 2 · section 4 of 4</a:t>
            </a:r>
          </a:p>
          <a:p>
            <a:pPr>
              <a:spcBef>
                <a:spcPts val="600"/>
              </a:spcBef>
            </a:pPr>
            <a:r>
              <a:rPr lang="en-US" dirty="0"/>
              <a:t>How prompting changed since 2022, and why it still matters when agents work for hours</a:t>
            </a:r>
          </a:p>
        </p:txBody>
      </p:sp>
    </p:spTree>
    <p:extLst>
      <p:ext uri="{BB962C8B-B14F-4D97-AF65-F5344CB8AC3E}">
        <p14:creationId xmlns:p14="http://schemas.microsoft.com/office/powerpoint/2010/main" val="24759959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From one message to a plan that runs for hours</a:t>
            </a:r>
          </a:p>
        </p:txBody>
      </p:sp>
      <p:grpSp>
        <p:nvGrpSpPr>
          <p:cNvPr id="4" name="Flow diagram"/>
          <p:cNvGrpSpPr/>
          <p:nvPr/>
        </p:nvGrpSpPr>
        <p:grpSpPr>
          <a:xfrm>
            <a:off x="0" y="0"/>
            <a:ext cx="11551920" cy="3589128"/>
            <a:chOff x="0" y="0"/>
            <a:chExt cx="11551920" cy="3589128"/>
          </a:xfrm>
        </p:grpSpPr>
        <p:sp>
          <p:nvSpPr>
            <p:cNvPr id="5" name="Step 1"/>
            <p:cNvSpPr/>
            <p:nvPr/>
          </p:nvSpPr>
          <p:spPr>
            <a:xfrm>
              <a:off x="1143000" y="1888760"/>
              <a:ext cx="2293620" cy="17003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t">
              <a:noAutofit/>
            </a:bodyPr>
            <a:lstStyle/>
            <a:p>
              <a:pPr algn="l"/>
              <a:r>
                <a:rPr lang="en-US" sz="1400" b="1">
                  <a:solidFill>
                    <a:schemeClr val="accent1"/>
                  </a:solidFill>
                </a:rPr>
                <a:t>2022 · ChatGPT</a:t>
              </a:r>
            </a:p>
            <a:p>
              <a:pPr algn="l">
                <a:spcBef>
                  <a:spcPts val="400"/>
                </a:spcBef>
              </a:pPr>
              <a:r>
                <a:rPr lang="en-US" sz="1600">
                  <a:solidFill>
                    <a:schemeClr val="tx1"/>
                  </a:solidFill>
                </a:rPr>
                <a:t>You type one message and reword it until the answer is right</a:t>
              </a:r>
            </a:p>
          </p:txBody>
        </p:sp>
        <p:sp>
          <p:nvSpPr>
            <p:cNvPr id="6" name="Step 2"/>
            <p:cNvSpPr/>
            <p:nvPr/>
          </p:nvSpPr>
          <p:spPr>
            <a:xfrm>
              <a:off x="3848100" y="1888760"/>
              <a:ext cx="2293620" cy="17003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t">
              <a:noAutofit/>
            </a:bodyPr>
            <a:lstStyle/>
            <a:p>
              <a:pPr algn="l"/>
              <a:r>
                <a:rPr lang="en-US" sz="1400" b="1">
                  <a:solidFill>
                    <a:schemeClr val="accent1"/>
                  </a:solidFill>
                </a:rPr>
                <a:t>2023–24 · Longer chats</a:t>
              </a:r>
            </a:p>
            <a:p>
              <a:pPr algn="l">
                <a:spcBef>
                  <a:spcPts val="400"/>
                </a:spcBef>
              </a:pPr>
              <a:r>
                <a:rPr lang="en-US" sz="1600">
                  <a:solidFill>
                    <a:schemeClr val="tx1"/>
                  </a:solidFill>
                </a:rPr>
                <a:t>You paste code, errors and files into the conversation</a:t>
              </a:r>
            </a:p>
          </p:txBody>
        </p:sp>
        <p:sp>
          <p:nvSpPr>
            <p:cNvPr id="7" name="Step 3"/>
            <p:cNvSpPr/>
            <p:nvPr/>
          </p:nvSpPr>
          <p:spPr>
            <a:xfrm>
              <a:off x="6553200" y="1888760"/>
              <a:ext cx="2293620" cy="1700368"/>
            </a:xfrm>
            <a:prstGeom prst="roundRect">
              <a:avLst/>
            </a:prstGeom>
            <a:solidFill>
              <a:schemeClr val="bg1"/>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t">
              <a:noAutofit/>
            </a:bodyPr>
            <a:lstStyle/>
            <a:p>
              <a:pPr algn="l"/>
              <a:r>
                <a:rPr lang="en-US" sz="1400" b="1">
                  <a:solidFill>
                    <a:schemeClr val="accent1"/>
                  </a:solidFill>
                </a:rPr>
                <a:t>2025 · Coding agents</a:t>
              </a:r>
            </a:p>
            <a:p>
              <a:pPr algn="l">
                <a:spcBef>
                  <a:spcPts val="400"/>
                </a:spcBef>
              </a:pPr>
              <a:r>
                <a:rPr lang="en-US" sz="1600">
                  <a:solidFill>
                    <a:schemeClr val="tx1"/>
                  </a:solidFill>
                </a:rPr>
                <a:t>Tools like Claude Code and Codex read your files and run the tests</a:t>
              </a:r>
            </a:p>
          </p:txBody>
        </p:sp>
        <p:sp>
          <p:nvSpPr>
            <p:cNvPr id="8" name="Step 4"/>
            <p:cNvSpPr/>
            <p:nvPr/>
          </p:nvSpPr>
          <p:spPr>
            <a:xfrm>
              <a:off x="9258300" y="1888760"/>
              <a:ext cx="2293620" cy="1700368"/>
            </a:xfrm>
            <a:prstGeom prst="roundRect">
              <a:avLst/>
            </a:prstGeom>
            <a:solidFill>
              <a:schemeClr val="accent2">
                <a:lumMod val="15000"/>
                <a:lumOff val="85000"/>
              </a:schemeClr>
            </a:solidFill>
            <a:ln w="19050">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tIns="54864" rIns="109728" bIns="54864" rtlCol="0" anchor="t">
              <a:noAutofit/>
            </a:bodyPr>
            <a:lstStyle/>
            <a:p>
              <a:pPr algn="l"/>
              <a:r>
                <a:rPr lang="en-US" sz="1400" b="1">
                  <a:solidFill>
                    <a:schemeClr val="accent1"/>
                  </a:solidFill>
                </a:rPr>
                <a:t>2026 · Agents for hours</a:t>
              </a:r>
            </a:p>
            <a:p>
              <a:pPr algn="l">
                <a:spcBef>
                  <a:spcPts val="400"/>
                </a:spcBef>
              </a:pPr>
              <a:r>
                <a:rPr lang="en-US" sz="1600">
                  <a:solidFill>
                    <a:schemeClr val="tx1"/>
                  </a:solidFill>
                </a:rPr>
                <a:t>You write a plan; the agent works for hours, then you review</a:t>
              </a:r>
            </a:p>
          </p:txBody>
        </p:sp>
        <p:cxnSp>
          <p:nvCxnSpPr>
            <p:cNvPr id="9" name="Connector 8"/>
            <p:cNvCxnSpPr>
              <a:stCxn id="5" idx="3"/>
              <a:endCxn id="6" idx="1"/>
            </p:cNvCxnSpPr>
            <p:nvPr/>
          </p:nvCxnSpPr>
          <p:spPr>
            <a:xfrm flipV="1">
              <a:off x="3436620" y="2738944"/>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a:stCxn id="6" idx="3"/>
              <a:endCxn id="7" idx="1"/>
            </p:cNvCxnSpPr>
            <p:nvPr/>
          </p:nvCxnSpPr>
          <p:spPr>
            <a:xfrm flipV="1">
              <a:off x="6141720" y="2738944"/>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a:stCxn id="7" idx="3"/>
              <a:endCxn id="8" idx="1"/>
            </p:cNvCxnSpPr>
            <p:nvPr/>
          </p:nvCxnSpPr>
          <p:spPr>
            <a:xfrm flipV="1">
              <a:off x="8846820" y="2738944"/>
              <a:ext cx="41148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sp>
        <p:nvSpPr>
          <p:cNvPr id="3" name="Content Placeholder 2"/>
          <p:cNvSpPr>
            <a:spLocks noGrp="1"/>
          </p:cNvSpPr>
          <p:nvPr>
            <p:ph idx="1"/>
          </p:nvPr>
        </p:nvSpPr>
        <p:spPr>
          <a:xfrm>
            <a:off x="1051560" y="4038600"/>
            <a:ext cx="10591800" cy="1560576"/>
          </a:xfrm>
        </p:spPr>
        <p:txBody>
          <a:bodyPr>
            <a:normAutofit/>
          </a:bodyPr>
          <a:lstStyle/>
          <a:p>
            <a:r>
              <a:rPr lang="en-US" dirty="0"/>
              <a:t>The longest task an AI agent can finish alone grew from </a:t>
            </a:r>
            <a:r>
              <a:rPr lang="en-US" b="1" dirty="0"/>
              <a:t>under a minute</a:t>
            </a:r>
            <a:r>
              <a:rPr lang="en-US" dirty="0"/>
              <a:t> (GPT-3.5) to </a:t>
            </a:r>
            <a:r>
              <a:rPr lang="en-US" b="1" dirty="0"/>
              <a:t>about 12 hours</a:t>
            </a:r>
            <a:r>
              <a:rPr lang="en-US" dirty="0"/>
              <a:t> (early 2026)</a:t>
            </a:r>
          </a:p>
          <a:p>
            <a:pPr marL="0" indent="0">
              <a:buNone/>
            </a:pPr>
            <a:r>
              <a:rPr lang="en-US" sz="1400" b="1">
                <a:solidFill>
                  <a:schemeClr val="accent2"/>
                </a:solidFill>
                <a:latin typeface="Consolas"/>
              </a:rPr>
              <a:t>//</a:t>
            </a:r>
            <a:r>
              <a:rPr lang="en-US" sz="1400">
                <a:solidFill>
                  <a:schemeClr val="tx2"/>
                </a:solidFill>
                <a:latin typeface="Consolas"/>
              </a:rPr>
              <a:t> source: METR, task length agents complete half the time, measured in human working time, 2025–2026</a:t>
            </a:r>
          </a:p>
        </p:txBody>
      </p:sp>
      <p:sp>
        <p:nvSpPr>
          <p:cNvPr id="12" name="Callout 12" descr="Callout"/>
          <p:cNvSpPr/>
          <p:nvPr/>
        </p:nvSpPr>
        <p:spPr>
          <a:xfrm>
            <a:off x="1143000" y="5334000"/>
            <a:ext cx="10408920" cy="829056"/>
          </a:xfrm>
          <a:prstGeom prst="roundRect">
            <a:avLst>
              <a:gd name="adj" fmla="val 7720"/>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lang="en-US" sz="2200">
                <a:solidFill>
                  <a:schemeClr val="tx1"/>
                </a:solidFill>
              </a:rPr>
              <a:t>Your job moved from </a:t>
            </a:r>
            <a:r>
              <a:rPr lang="en-US" sz="2200" b="1">
                <a:solidFill>
                  <a:schemeClr val="tx1"/>
                </a:solidFill>
              </a:rPr>
              <a:t>choosing the right words</a:t>
            </a:r>
            <a:r>
              <a:rPr lang="en-US" sz="2200">
                <a:solidFill>
                  <a:schemeClr val="tx1"/>
                </a:solidFill>
              </a:rPr>
              <a:t> to </a:t>
            </a:r>
            <a:r>
              <a:rPr lang="en-US" sz="2200" b="1">
                <a:solidFill>
                  <a:schemeClr val="tx1"/>
                </a:solidFill>
              </a:rPr>
              <a:t>deciding what gets built, and checking it</a:t>
            </a:r>
          </a:p>
        </p:txBody>
      </p:sp>
    </p:spTree>
    <p:extLst>
      <p:ext uri="{BB962C8B-B14F-4D97-AF65-F5344CB8AC3E}">
        <p14:creationId xmlns:p14="http://schemas.microsoft.com/office/powerpoint/2010/main" val="2806498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We still prompt: the plan is now the prompt</a:t>
            </a:r>
          </a:p>
        </p:txBody>
      </p:sp>
      <p:sp>
        <p:nvSpPr>
          <p:cNvPr id="4" name="Callout 4" descr="Callout"/>
          <p:cNvSpPr/>
          <p:nvPr/>
        </p:nvSpPr>
        <p:spPr>
          <a:xfrm>
            <a:off x="1143000" y="1508760"/>
            <a:ext cx="10408920" cy="1225296"/>
          </a:xfrm>
          <a:prstGeom prst="roundRect">
            <a:avLst>
              <a:gd name="adj" fmla="val 5223"/>
            </a:avLst>
          </a:prstGeom>
          <a:solidFill>
            <a:schemeClr val="accent2">
              <a:lumMod val="10000"/>
              <a:lumOff val="9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09728" rIns="164592" bIns="109728" rtlCol="0" anchor="ctr">
            <a:noAutofit/>
          </a:bodyPr>
          <a:lstStyle/>
          <a:p>
            <a:pPr algn="l">
              <a:lnSpc>
                <a:spcPct val="100000"/>
              </a:lnSpc>
            </a:pPr>
            <a:r>
              <a:rPr sz="2200">
                <a:solidFill>
                  <a:schemeClr val="tx1"/>
                </a:solidFill>
              </a:rPr>
              <a:t>An agent that works for hours still starts from a prompt. It is just longer: a </a:t>
            </a:r>
            <a:r>
              <a:rPr sz="2200" b="1">
                <a:solidFill>
                  <a:schemeClr val="tx1"/>
                </a:solidFill>
              </a:rPr>
              <a:t>written plan</a:t>
            </a:r>
            <a:r>
              <a:rPr sz="2200">
                <a:solidFill>
                  <a:schemeClr val="tx1"/>
                </a:solidFill>
              </a:rPr>
              <a:t>, plus the </a:t>
            </a:r>
            <a:r>
              <a:rPr sz="2200" b="1">
                <a:solidFill>
                  <a:schemeClr val="tx1"/>
                </a:solidFill>
              </a:rPr>
              <a:t>standing instructions</a:t>
            </a:r>
            <a:r>
              <a:rPr sz="2200">
                <a:solidFill>
                  <a:schemeClr val="tx1"/>
                </a:solidFill>
              </a:rPr>
              <a:t> it reads every time.</a:t>
            </a:r>
          </a:p>
        </p:txBody>
      </p:sp>
      <p:sp>
        <p:nvSpPr>
          <p:cNvPr id="3" name="Content Placeholder 2"/>
          <p:cNvSpPr>
            <a:spLocks noGrp="1"/>
          </p:cNvSpPr>
          <p:nvPr>
            <p:ph idx="1"/>
          </p:nvPr>
        </p:nvSpPr>
        <p:spPr>
          <a:xfrm>
            <a:off x="1051560" y="2916936"/>
            <a:ext cx="10591800" cy="3302000"/>
          </a:xfrm>
        </p:spPr>
        <p:txBody>
          <a:bodyPr>
            <a:normAutofit/>
          </a:bodyPr>
          <a:lstStyle/>
          <a:p>
            <a:r>
              <a:rPr lang="en-US" dirty="0"/>
              <a:t>A vague plan fails the same way as a vague message, only after </a:t>
            </a:r>
            <a:r>
              <a:rPr lang="en-US" b="1" dirty="0"/>
              <a:t>hours of work</a:t>
            </a:r>
            <a:r>
              <a:rPr lang="en-US" dirty="0"/>
              <a:t> instead of seconds</a:t>
            </a:r>
          </a:p>
          <a:p>
            <a:r>
              <a:rPr lang="en-US" dirty="0"/>
              <a:t>The rules in this lecture apply to both: make the decisions, supply the information, say what not to touch</a:t>
            </a:r>
          </a:p>
          <a:p>
            <a:r>
              <a:rPr lang="en-US" dirty="0"/>
              <a:t>What changed is where your effort goes: </a:t>
            </a:r>
            <a:r>
              <a:rPr lang="en-US" b="1" dirty="0"/>
              <a:t>less rewording</a:t>
            </a:r>
            <a:r>
              <a:rPr lang="en-US" dirty="0"/>
              <a:t>, more writing the plan and </a:t>
            </a:r>
            <a:r>
              <a:rPr lang="en-US" b="1" dirty="0"/>
              <a:t>reviewing the result</a:t>
            </a:r>
          </a:p>
        </p:txBody>
      </p:sp>
    </p:spTree>
    <p:extLst>
      <p:ext uri="{BB962C8B-B14F-4D97-AF65-F5344CB8AC3E}">
        <p14:creationId xmlns:p14="http://schemas.microsoft.com/office/powerpoint/2010/main" val="261603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Summary</a:t>
            </a:r>
          </a:p>
        </p:txBody>
      </p:sp>
      <p:sp>
        <p:nvSpPr>
          <p:cNvPr id="3" name="Text Placeholder 2"/>
          <p:cNvSpPr>
            <a:spLocks noGrp="1"/>
          </p:cNvSpPr>
          <p:nvPr>
            <p:ph type="body" idx="1"/>
          </p:nvPr>
        </p:nvSpPr>
        <p:spPr/>
        <p:txBody>
          <a:bodyPr/>
          <a:lstStyle/>
          <a:p>
            <a:r>
              <a:t>How you ask</a:t>
            </a:r>
          </a:p>
        </p:txBody>
      </p:sp>
      <p:sp>
        <p:nvSpPr>
          <p:cNvPr id="4" name="Content Placeholder 3"/>
          <p:cNvSpPr>
            <a:spLocks noGrp="1"/>
          </p:cNvSpPr>
          <p:nvPr>
            <p:ph sz="half" idx="2"/>
          </p:nvPr>
        </p:nvSpPr>
        <p:spPr>
          <a:xfrm>
            <a:off x="1051560" y="2148840"/>
            <a:ext cx="5067300" cy="3328416"/>
          </a:xfrm>
        </p:spPr>
        <p:txBody>
          <a:bodyPr>
            <a:normAutofit lnSpcReduction="10000"/>
          </a:bodyPr>
          <a:lstStyle/>
          <a:p>
            <a:r>
              <a:t>A prompt is a </a:t>
            </a:r>
            <a:r>
              <a:rPr b="1"/>
              <a:t>specification</a:t>
            </a:r>
            <a:r>
              <a:t>: anything you leave out, the model fills with the most common choice</a:t>
            </a:r>
          </a:p>
          <a:p>
            <a:r>
              <a:t>Use </a:t>
            </a:r>
            <a:r>
              <a:rPr b="1"/>
              <a:t>SPEC</a:t>
            </a:r>
            <a:r>
              <a:t> every time; saying what not to touch keeps changes small enough to review</a:t>
            </a:r>
          </a:p>
          <a:p>
            <a:r>
              <a:t>Examples fix the format; personas set tone, not accuracy</a:t>
            </a:r>
          </a:p>
        </p:txBody>
      </p:sp>
      <p:sp>
        <p:nvSpPr>
          <p:cNvPr id="5" name="Text Placeholder 4"/>
          <p:cNvSpPr>
            <a:spLocks noGrp="1"/>
          </p:cNvSpPr>
          <p:nvPr>
            <p:ph type="body" sz="quarter" idx="3"/>
          </p:nvPr>
        </p:nvSpPr>
        <p:spPr/>
        <p:txBody>
          <a:bodyPr/>
          <a:lstStyle/>
          <a:p>
            <a:r>
              <a:t>What the model can see</a:t>
            </a:r>
          </a:p>
        </p:txBody>
      </p:sp>
      <p:sp>
        <p:nvSpPr>
          <p:cNvPr id="6" name="Content Placeholder 5"/>
          <p:cNvSpPr>
            <a:spLocks noGrp="1"/>
          </p:cNvSpPr>
          <p:nvPr>
            <p:ph sz="quarter" idx="4"/>
          </p:nvPr>
        </p:nvSpPr>
        <p:spPr>
          <a:xfrm>
            <a:off x="6576060" y="2148840"/>
            <a:ext cx="5067300" cy="3328416"/>
          </a:xfrm>
        </p:spPr>
        <p:txBody>
          <a:bodyPr>
            <a:normAutofit lnSpcReduction="10000"/>
          </a:bodyPr>
          <a:lstStyle/>
          <a:p>
            <a:r>
              <a:t>The model sees only what is in the window, so check what was put there</a:t>
            </a:r>
          </a:p>
          <a:p>
            <a:r>
              <a:t>Pasting more makes answers worse: leave out extras, and restart looping conversations</a:t>
            </a:r>
          </a:p>
          <a:p>
            <a:r>
              <a:t>A test is the best context: it gives an example, a rule and new information at once</a:t>
            </a:r>
          </a:p>
        </p:txBody>
      </p:sp>
      <p:sp>
        <p:nvSpPr>
          <p:cNvPr id="7" name="Text 7"/>
          <p:cNvSpPr txBox="1"/>
          <p:nvPr/>
        </p:nvSpPr>
        <p:spPr>
          <a:xfrm>
            <a:off x="1051560" y="5664200"/>
            <a:ext cx="10591800" cy="694944"/>
          </a:xfrm>
          <a:prstGeom prst="rect">
            <a:avLst/>
          </a:prstGeom>
          <a:noFill/>
        </p:spPr>
        <p:txBody>
          <a:bodyPr wrap="square">
            <a:normAutofit fontScale="92500" lnSpcReduction="10000"/>
          </a:bodyPr>
          <a:lstStyle>
            <a:lvl1pPr marL="342900" indent="-342900" algn="l" rtl="0" eaLnBrk="1" latinLnBrk="0" hangingPunct="1">
              <a:lnSpc>
                <a:spcPct val="90000"/>
              </a:lnSpc>
              <a:spcBef>
                <a:spcPts val="1200"/>
              </a:spcBef>
              <a:buClr>
                <a:schemeClr val="accent2"/>
              </a:buClr>
              <a:buFont typeface="Consolas"/>
              <a:buChar char="›"/>
              <a:defRPr sz="2400" b="0">
                <a:solidFill>
                  <a:schemeClr val="tx1"/>
                </a:solidFill>
                <a:latin typeface="+mn-lt"/>
              </a:defRPr>
            </a:lvl1pPr>
            <a:lvl2pPr marL="742950" indent="-285750" algn="l" rtl="0" eaLnBrk="1" latinLnBrk="0" hangingPunct="1">
              <a:lnSpc>
                <a:spcPct val="90000"/>
              </a:lnSpc>
              <a:spcBef>
                <a:spcPts val="600"/>
              </a:spcBef>
              <a:buClr>
                <a:schemeClr val="tx2"/>
              </a:buClr>
              <a:buFont typeface="Aptos"/>
              <a:buChar char="–"/>
              <a:defRPr sz="2000" b="0">
                <a:solidFill>
                  <a:schemeClr val="tx1"/>
                </a:solidFill>
                <a:latin typeface="+mn-lt"/>
              </a:defRPr>
            </a:lvl2pPr>
            <a:lvl3pPr marL="1085850" indent="-228600" algn="l" rtl="0" eaLnBrk="1" latinLnBrk="0" hangingPunct="1">
              <a:lnSpc>
                <a:spcPct val="90000"/>
              </a:lnSpc>
              <a:spcBef>
                <a:spcPts val="600"/>
              </a:spcBef>
              <a:buClr>
                <a:schemeClr val="tx2"/>
              </a:buClr>
              <a:buFont typeface="Aptos"/>
              <a:buChar char="·"/>
              <a:defRPr sz="1800" b="0">
                <a:solidFill>
                  <a:schemeClr val="tx1"/>
                </a:solidFill>
                <a:latin typeface="+mn-lt"/>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b="1" i="1"/>
              <a:t>Is it wrong because I asked badly, or because the model doesn't know something?</a:t>
            </a:r>
            <a:r>
              <a:t> No amount of rewording adds information.</a:t>
            </a:r>
          </a:p>
        </p:txBody>
      </p:sp>
    </p:spTree>
    <p:extLst>
      <p:ext uri="{BB962C8B-B14F-4D97-AF65-F5344CB8AC3E}">
        <p14:creationId xmlns:p14="http://schemas.microsoft.com/office/powerpoint/2010/main" val="124964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theme/theme1.xml><?xml version="1.0" encoding="utf-8"?>
<a:theme xmlns:a="http://schemas.openxmlformats.org/drawingml/2006/main" name="Office Theme">
  <a:themeElements>
    <a:clrScheme name="Source code">
      <a:dk1>
        <a:srgbClr val="1E2833"/>
      </a:dk1>
      <a:lt1>
        <a:srgbClr val="FBFAF7"/>
      </a:lt1>
      <a:dk2>
        <a:srgbClr val="46536B"/>
      </a:dk2>
      <a:lt2>
        <a:srgbClr val="F3EFE5"/>
      </a:lt2>
      <a:accent1>
        <a:srgbClr val="33698C"/>
      </a:accent1>
      <a:accent2>
        <a:srgbClr val="6741D9"/>
      </a:accent2>
      <a:accent3>
        <a:srgbClr val="2F7D57"/>
      </a:accent3>
      <a:accent4>
        <a:srgbClr val="B3413C"/>
      </a:accent4>
      <a:accent5>
        <a:srgbClr val="C27C0E"/>
      </a:accent5>
      <a:accent6>
        <a:srgbClr val="8B8471"/>
      </a:accent6>
      <a:hlink>
        <a:srgbClr val="33698C"/>
      </a:hlink>
      <a:folHlink>
        <a:srgbClr val="6741D9"/>
      </a:folHlink>
    </a:clrScheme>
    <a:fontScheme name="Source code">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53"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6E9F21-49DB-4DFC-BFB7-62C05661B40C}">
  <we:reference id="WA200010001" version="1.0.0.1" store="Omex" storeType="OMEX"/>
  <we:alternateReferences>
    <we:reference id="WA200010001" version="1.0.0.1" store="WA200010001" storeType="OMEX"/>
  </we:alternateReferences>
  <we:properties>
    <we:property name="claude.fileId" value="&quot;6de31612-8271-4b6f-b6c9-cec7f77c07dc&quot;"/>
  </we:properties>
  <we:bindings/>
  <we:snapshot xmlns:r="http://schemas.openxmlformats.org/officeDocument/2006/relationships"/>
</we:webextension>
</file>

<file path=docMetadata/LabelInfo.xml><?xml version="1.0" encoding="utf-8"?>
<clbl:labelList xmlns:clbl="http://schemas.microsoft.com/office/2020/mipLabelMetadata">
  <clbl:label id="{47855545-00bb-4800-a65f-e79104ec0fc4}" enabled="0" method="" siteId="{47855545-00bb-4800-a65f-e79104ec0fc4}" removed="1"/>
</clbl:labelList>
</file>

<file path=docProps/app.xml><?xml version="1.0" encoding="utf-8"?>
<Properties xmlns="http://schemas.openxmlformats.org/officeDocument/2006/extended-properties" xmlns:vt="http://schemas.openxmlformats.org/officeDocument/2006/docPropsVTypes">
  <TotalTime>103</TotalTime>
  <Words>11684</Words>
  <Application>Microsoft Office PowerPoint</Application>
  <PresentationFormat>Widescreen</PresentationFormat>
  <Paragraphs>557</Paragraphs>
  <Slides>53</Slides>
  <Notes>53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53</vt:i4>
      </vt:variant>
    </vt:vector>
  </HeadingPairs>
  <TitlesOfParts>
    <vt:vector size="57" baseType="lpstr">
      <vt:lpstr>Aptos</vt:lpstr>
      <vt:lpstr>Arial</vt:lpstr>
      <vt:lpstr>Consolas</vt:lpstr>
      <vt:lpstr>Office Theme</vt:lpstr>
      <vt:lpstr>Prompting and Context Engineering</vt:lpstr>
      <vt:lpstr>Two prompts, same task</vt:lpstr>
      <vt:lpstr>The one idea</vt:lpstr>
      <vt:lpstr>Agenda</vt:lpstr>
      <vt:lpstr>Tokens, the context window, and the SPEC checklist</vt:lpstr>
      <vt:lpstr>What is prompting?</vt:lpstr>
      <vt:lpstr>Tokens: the unit the model actually reads</vt:lpstr>
      <vt:lpstr>Pasted code and errors use more tokens than English of the same length</vt:lpstr>
      <vt:lpstr>The context window</vt:lpstr>
      <vt:lpstr>SPEC, a recipe for every prompt</vt:lpstr>
      <vt:lpstr>The opening pair, decoded</vt:lpstr>
      <vt:lpstr>Constraints and non-goals</vt:lpstr>
      <vt:lpstr>Predict: what comes back?</vt:lpstr>
      <vt:lpstr>A vague prompt changed 1 to 11 lines; a narrow one changed 1 every time</vt:lpstr>
      <vt:lpstr>Ask narrowly, and say what not to touch</vt:lpstr>
      <vt:lpstr>Personas, step-by-step, examples: what each really does</vt:lpstr>
      <vt:lpstr>Three techniques worth knowing</vt:lpstr>
      <vt:lpstr>Personas set tone, not accuracy</vt:lpstr>
      <vt:lpstr>Chain-of-thought: a 2022 trick, now built in</vt:lpstr>
      <vt:lpstr>Predict: which technique?</vt:lpstr>
      <vt:lpstr>Few-shot, shown</vt:lpstr>
      <vt:lpstr>Why what the model can see now matters more than wording</vt:lpstr>
      <vt:lpstr>Wording matters less than it did. Missing information matters most</vt:lpstr>
      <vt:lpstr>Context engineering</vt:lpstr>
      <vt:lpstr>Predict: three rewrites, still wrong. Why?</vt:lpstr>
      <vt:lpstr>Wrong answer? First ask which kind of problem</vt:lpstr>
      <vt:lpstr>Ask the model to ask you questions before it writes code</vt:lpstr>
      <vt:lpstr>What prompting cannot fix</vt:lpstr>
      <vt:lpstr>Next lecture: part 2</vt:lpstr>
      <vt:lpstr>How the model fills in what you didn't say</vt:lpstr>
      <vt:lpstr>How a gap gets filled</vt:lpstr>
      <vt:lpstr>Context you write once</vt:lpstr>
      <vt:lpstr>Predict: what does the assistant see?</vt:lpstr>
      <vt:lpstr>Only what was put in the window</vt:lpstr>
      <vt:lpstr>Debugging a failing test, with and without the code</vt:lpstr>
      <vt:lpstr>A second case: the failing test</vt:lpstr>
      <vt:lpstr>Predict: error only, what comes back?</vt:lpstr>
      <vt:lpstr>What came back</vt:lpstr>
      <vt:lpstr>What the model could not see</vt:lpstr>
      <vt:lpstr>What to put in front of the model</vt:lpstr>
      <vt:lpstr>Why pasting more makes answers worse, and when to restart</vt:lpstr>
      <vt:lpstr>More is not better: why</vt:lpstr>
      <vt:lpstr>Longer input, less reliable answers</vt:lpstr>
      <vt:lpstr>The thread is context too</vt:lpstr>
      <vt:lpstr>Predict: the thread is going in circles</vt:lpstr>
      <vt:lpstr>Start again, carry the good context</vt:lpstr>
      <vt:lpstr>The best context is executable</vt:lpstr>
      <vt:lpstr>Three ways an answer goes wrong</vt:lpstr>
      <vt:lpstr>Common mistakes</vt:lpstr>
      <vt:lpstr>From ChatGPT to agents: where prompting is now</vt:lpstr>
      <vt:lpstr>From one message to a plan that runs for hours</vt:lpstr>
      <vt:lpstr>We still prompt: the plan is now the prompt</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Prompting and Context Engineering</dc:title>
  <dc:creator>Daniel Cregg</dc:creator>
  <cp:lastModifiedBy>Daniel Cregg</cp:lastModifiedBy>
  <cp:revision>1</cp:revision>
  <dcterms:created xsi:type="dcterms:W3CDTF">2025-10-09T21:23:54Z</dcterms:created>
  <dcterms:modified xsi:type="dcterms:W3CDTF">2026-09-27T22:29:47Z</dcterms:modified>
</cp:coreProperties>
</file>